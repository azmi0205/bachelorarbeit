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4"/>
  </p:sldMasterIdLst>
  <p:notesMasterIdLst>
    <p:notesMasterId r:id="rId11"/>
  </p:notesMasterIdLst>
  <p:handoutMasterIdLst>
    <p:handoutMasterId r:id="rId12"/>
  </p:handoutMasterIdLst>
  <p:sldIdLst>
    <p:sldId id="289" r:id="rId5"/>
    <p:sldId id="290" r:id="rId6"/>
    <p:sldId id="285" r:id="rId7"/>
    <p:sldId id="286" r:id="rId8"/>
    <p:sldId id="288" r:id="rId9"/>
    <p:sldId id="287" r:id="rId10"/>
  </p:sldIdLst>
  <p:sldSz cx="12192000" cy="6858000"/>
  <p:notesSz cx="6858000" cy="9144000"/>
  <p:custDataLst>
    <p:tags r:id="rId1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tfactory" initials="CF" lastIdx="5" clrIdx="0">
    <p:extLst>
      <p:ext uri="{19B8F6BF-5375-455C-9EA6-DF929625EA0E}">
        <p15:presenceInfo xmlns:p15="http://schemas.microsoft.com/office/powerpoint/2012/main" userId="Chartfactory" providerId="None"/>
      </p:ext>
    </p:extLst>
  </p:cmAuthor>
  <p:cmAuthor id="2" name="Franziska Dieterle" initials="FD" lastIdx="1" clrIdx="1">
    <p:extLst>
      <p:ext uri="{19B8F6BF-5375-455C-9EA6-DF929625EA0E}">
        <p15:presenceInfo xmlns:p15="http://schemas.microsoft.com/office/powerpoint/2012/main" userId="S::dieterle@db-law.de::3caa39e3-071f-456a-97fb-48575fc59681" providerId="AD"/>
      </p:ext>
    </p:extLst>
  </p:cmAuthor>
  <p:cmAuthor id="3" name="Sebastian Haas" initials="sh" lastIdx="19" clrIdx="2">
    <p:extLst>
      <p:ext uri="{19B8F6BF-5375-455C-9EA6-DF929625EA0E}">
        <p15:presenceInfo xmlns:p15="http://schemas.microsoft.com/office/powerpoint/2012/main" userId="Sebastian Haas" providerId="None"/>
      </p:ext>
    </p:extLst>
  </p:cmAuthor>
  <p:cmAuthor id="4" name="Constanze HOFMANN" initials="CH" lastIdx="15" clrIdx="3">
    <p:extLst>
      <p:ext uri="{19B8F6BF-5375-455C-9EA6-DF929625EA0E}">
        <p15:presenceInfo xmlns:p15="http://schemas.microsoft.com/office/powerpoint/2012/main" userId="Constanze HOFMAN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575F62"/>
    <a:srgbClr val="003C64"/>
    <a:srgbClr val="B307B3"/>
    <a:srgbClr val="507896"/>
    <a:srgbClr val="9A9FA1"/>
    <a:srgbClr val="6193CD"/>
    <a:srgbClr val="00ACA9"/>
    <a:srgbClr val="009FE3"/>
    <a:srgbClr val="99B1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6327" autoAdjust="0"/>
  </p:normalViewPr>
  <p:slideViewPr>
    <p:cSldViewPr snapToGrid="0" showGuides="1">
      <p:cViewPr varScale="1">
        <p:scale>
          <a:sx n="109" d="100"/>
          <a:sy n="109" d="100"/>
        </p:scale>
        <p:origin x="294" y="10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119" d="100"/>
          <a:sy n="119" d="100"/>
        </p:scale>
        <p:origin x="4992" y="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8DE0D6B-564B-40DA-888C-4F4DBEA8B667}"/>
              </a:ext>
            </a:extLst>
          </p:cNvPr>
          <p:cNvSpPr>
            <a:spLocks noGrp="1"/>
          </p:cNvSpPr>
          <p:nvPr>
            <p:ph type="dt" sz="quarter" idx="1"/>
          </p:nvPr>
        </p:nvSpPr>
        <p:spPr>
          <a:xfrm>
            <a:off x="5910264" y="8852083"/>
            <a:ext cx="450850" cy="107722"/>
          </a:xfrm>
          <a:prstGeom prst="rect">
            <a:avLst/>
          </a:prstGeom>
        </p:spPr>
        <p:txBody>
          <a:bodyPr vert="horz" wrap="square" lIns="0" tIns="0" rIns="0" bIns="0" rtlCol="0" anchor="b">
            <a:spAutoFit/>
          </a:bodyPr>
          <a:lstStyle>
            <a:lvl1pPr algn="r">
              <a:defRPr sz="1200"/>
            </a:lvl1pPr>
          </a:lstStyle>
          <a:p>
            <a:pPr>
              <a:spcAft>
                <a:spcPts val="600"/>
              </a:spcAft>
            </a:pPr>
            <a:fld id="{E38A5054-E2B2-4BC4-A606-4E1F8420617D}" type="datetimeFigureOut">
              <a:rPr lang="de-DE" sz="700"/>
              <a:pPr>
                <a:spcAft>
                  <a:spcPts val="600"/>
                </a:spcAft>
              </a:pPr>
              <a:t>08.07.2026</a:t>
            </a:fld>
            <a:endParaRPr lang="de-DE" sz="700"/>
          </a:p>
        </p:txBody>
      </p:sp>
      <p:sp>
        <p:nvSpPr>
          <p:cNvPr id="4" name="Fußzeilenplatzhalter 3">
            <a:extLst>
              <a:ext uri="{FF2B5EF4-FFF2-40B4-BE49-F238E27FC236}">
                <a16:creationId xmlns:a16="http://schemas.microsoft.com/office/drawing/2014/main" id="{7553D44F-B264-448E-B4B3-615A8557BA4F}"/>
              </a:ext>
            </a:extLst>
          </p:cNvPr>
          <p:cNvSpPr>
            <a:spLocks noGrp="1"/>
          </p:cNvSpPr>
          <p:nvPr>
            <p:ph type="ftr" sz="quarter" idx="2"/>
          </p:nvPr>
        </p:nvSpPr>
        <p:spPr>
          <a:xfrm>
            <a:off x="666750" y="8852083"/>
            <a:ext cx="4924425" cy="107722"/>
          </a:xfrm>
          <a:prstGeom prst="rect">
            <a:avLst/>
          </a:prstGeom>
        </p:spPr>
        <p:txBody>
          <a:bodyPr vert="horz" wrap="square" lIns="0" tIns="0" rIns="0" bIns="0" rtlCol="0" anchor="b">
            <a:spAutoFit/>
          </a:bodyPr>
          <a:lstStyle>
            <a:lvl1pPr algn="l">
              <a:defRPr sz="1200"/>
            </a:lvl1pPr>
          </a:lstStyle>
          <a:p>
            <a:pPr>
              <a:spcAft>
                <a:spcPts val="600"/>
              </a:spcAft>
            </a:pPr>
            <a:endParaRPr lang="de-DE" sz="700"/>
          </a:p>
        </p:txBody>
      </p:sp>
      <p:sp>
        <p:nvSpPr>
          <p:cNvPr id="5" name="Foliennummernplatzhalter 4">
            <a:extLst>
              <a:ext uri="{FF2B5EF4-FFF2-40B4-BE49-F238E27FC236}">
                <a16:creationId xmlns:a16="http://schemas.microsoft.com/office/drawing/2014/main" id="{947BD97F-75F3-49E1-9536-A0AB33531188}"/>
              </a:ext>
            </a:extLst>
          </p:cNvPr>
          <p:cNvSpPr>
            <a:spLocks noGrp="1"/>
          </p:cNvSpPr>
          <p:nvPr>
            <p:ph type="sldNum" sz="quarter" idx="3"/>
          </p:nvPr>
        </p:nvSpPr>
        <p:spPr>
          <a:xfrm>
            <a:off x="476250" y="8852083"/>
            <a:ext cx="173124" cy="107722"/>
          </a:xfrm>
          <a:prstGeom prst="rect">
            <a:avLst/>
          </a:prstGeom>
        </p:spPr>
        <p:txBody>
          <a:bodyPr vert="horz" wrap="none" lIns="0" tIns="0" rIns="0" bIns="0" rtlCol="0" anchor="b">
            <a:spAutoFit/>
          </a:bodyPr>
          <a:lstStyle>
            <a:lvl1pPr algn="r">
              <a:defRPr sz="1200"/>
            </a:lvl1pPr>
          </a:lstStyle>
          <a:p>
            <a:pPr algn="l">
              <a:spcAft>
                <a:spcPts val="600"/>
              </a:spcAft>
            </a:pPr>
            <a:fld id="{E02F63AE-9EB1-41A8-9C82-D14621EE7C2F}" type="slidenum">
              <a:rPr lang="de-DE" sz="700"/>
              <a:pPr algn="l">
                <a:spcAft>
                  <a:spcPts val="600"/>
                </a:spcAft>
              </a:pPr>
              <a:t>‹#›</a:t>
            </a:fld>
            <a:endParaRPr lang="de-DE" sz="700"/>
          </a:p>
        </p:txBody>
      </p:sp>
    </p:spTree>
    <p:extLst>
      <p:ext uri="{BB962C8B-B14F-4D97-AF65-F5344CB8AC3E}">
        <p14:creationId xmlns:p14="http://schemas.microsoft.com/office/powerpoint/2010/main" val="298334840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710789" y="8852083"/>
            <a:ext cx="5089936" cy="107722"/>
          </a:xfrm>
          <a:prstGeom prst="rect">
            <a:avLst/>
          </a:prstGeom>
        </p:spPr>
        <p:txBody>
          <a:bodyPr vert="horz" wrap="square" lIns="0" tIns="0" rIns="0" bIns="0" rtlCol="0" anchor="b">
            <a:noAutofit/>
          </a:bodyPr>
          <a:lstStyle>
            <a:lvl1pPr rtl="0">
              <a:defRPr lang="de-DE" sz="700" dirty="0"/>
            </a:lvl1pPr>
          </a:lstStyle>
          <a:p>
            <a:pPr>
              <a:spcAft>
                <a:spcPts val="600"/>
              </a:spcAft>
            </a:pPr>
            <a:endParaRPr lang="de-DE"/>
          </a:p>
        </p:txBody>
      </p:sp>
      <p:sp>
        <p:nvSpPr>
          <p:cNvPr id="3" name="Datumsplatzhalter 2"/>
          <p:cNvSpPr>
            <a:spLocks noGrp="1"/>
          </p:cNvSpPr>
          <p:nvPr>
            <p:ph type="dt" idx="1"/>
          </p:nvPr>
        </p:nvSpPr>
        <p:spPr>
          <a:xfrm>
            <a:off x="5910264" y="8852083"/>
            <a:ext cx="450850" cy="107722"/>
          </a:xfrm>
          <a:prstGeom prst="rect">
            <a:avLst/>
          </a:prstGeom>
        </p:spPr>
        <p:txBody>
          <a:bodyPr vert="horz" wrap="square" lIns="0" tIns="0" rIns="0" bIns="0" rtlCol="0" anchor="b">
            <a:spAutoFit/>
          </a:bodyPr>
          <a:lstStyle>
            <a:lvl1pPr rtl="0">
              <a:defRPr lang="de-DE" sz="700" smtClean="0"/>
            </a:lvl1pPr>
          </a:lstStyle>
          <a:p>
            <a:pPr algn="r">
              <a:spcAft>
                <a:spcPts val="600"/>
              </a:spcAft>
            </a:pPr>
            <a:fld id="{ADCC9257-0230-4B2C-887B-9C96BA5CED8B}" type="datetimeFigureOut">
              <a:rPr lang="de-DE" smtClean="0"/>
              <a:pPr algn="r">
                <a:spcAft>
                  <a:spcPts val="600"/>
                </a:spcAft>
              </a:pPr>
              <a:t>08.07.2026</a:t>
            </a:fld>
            <a:endParaRPr lang="de-DE"/>
          </a:p>
        </p:txBody>
      </p:sp>
      <p:sp>
        <p:nvSpPr>
          <p:cNvPr id="7" name="Foliennummernplatzhalter 6"/>
          <p:cNvSpPr>
            <a:spLocks noGrp="1"/>
          </p:cNvSpPr>
          <p:nvPr>
            <p:ph type="sldNum" sz="quarter" idx="5"/>
          </p:nvPr>
        </p:nvSpPr>
        <p:spPr>
          <a:xfrm>
            <a:off x="476250" y="8852083"/>
            <a:ext cx="182742" cy="107722"/>
          </a:xfrm>
          <a:prstGeom prst="rect">
            <a:avLst/>
          </a:prstGeom>
        </p:spPr>
        <p:txBody>
          <a:bodyPr vert="horz" wrap="none" lIns="0" tIns="0" rIns="0" bIns="0" rtlCol="0" anchor="b">
            <a:spAutoFit/>
          </a:bodyPr>
          <a:lstStyle>
            <a:lvl1pPr rtl="0">
              <a:defRPr lang="de-DE" sz="700" smtClean="0"/>
            </a:lvl1pPr>
          </a:lstStyle>
          <a:p>
            <a:pPr>
              <a:spcAft>
                <a:spcPts val="600"/>
              </a:spcAft>
            </a:pPr>
            <a:fld id="{9FCCE027-5007-4E59-9B03-F9F4DC369070}" type="slidenum">
              <a:rPr lang="de-DE" smtClean="0"/>
              <a:pPr>
                <a:spcAft>
                  <a:spcPts val="600"/>
                </a:spcAft>
              </a:pPr>
              <a:t>‹#›</a:t>
            </a:fld>
            <a:endParaRPr lang="de-DE"/>
          </a:p>
        </p:txBody>
      </p:sp>
    </p:spTree>
    <p:extLst>
      <p:ext uri="{BB962C8B-B14F-4D97-AF65-F5344CB8AC3E}">
        <p14:creationId xmlns:p14="http://schemas.microsoft.com/office/powerpoint/2010/main" val="2401491903"/>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b="1" kern="1200">
        <a:solidFill>
          <a:schemeClr val="tx1"/>
        </a:solidFill>
        <a:latin typeface="+mn-lt"/>
        <a:ea typeface="+mn-ea"/>
        <a:cs typeface="+mn-cs"/>
      </a:defRPr>
    </a:lvl1pPr>
    <a:lvl2pPr marL="0" indent="0" algn="l" defTabSz="914400" rtl="0" eaLnBrk="1" latinLnBrk="0" hangingPunct="1">
      <a:spcAft>
        <a:spcPts val="600"/>
      </a:spcAft>
      <a:defRPr sz="1200" kern="1200">
        <a:solidFill>
          <a:schemeClr val="tx1"/>
        </a:solidFill>
        <a:latin typeface="+mn-lt"/>
        <a:ea typeface="+mn-ea"/>
        <a:cs typeface="+mn-cs"/>
      </a:defRPr>
    </a:lvl2pPr>
    <a:lvl3pPr marL="266700" indent="-266700" algn="l" defTabSz="914400" rtl="0" eaLnBrk="1" latinLnBrk="0" hangingPunct="1">
      <a:spcAft>
        <a:spcPts val="600"/>
      </a:spcAft>
      <a:buFont typeface="Montserrat" panose="00000500000000000000" pitchFamily="2" charset="0"/>
      <a:buChar char="›"/>
      <a:defRPr sz="1200" kern="1200">
        <a:solidFill>
          <a:schemeClr val="tx1"/>
        </a:solidFill>
        <a:latin typeface="+mn-lt"/>
        <a:ea typeface="+mn-ea"/>
        <a:cs typeface="+mn-cs"/>
      </a:defRPr>
    </a:lvl3pPr>
    <a:lvl4pPr marL="542925" indent="-276225" algn="l" defTabSz="914400" rtl="0" eaLnBrk="1" latinLnBrk="0" hangingPunct="1">
      <a:spcAft>
        <a:spcPts val="600"/>
      </a:spcAft>
      <a:buFont typeface="Symbol" panose="05050102010706020507" pitchFamily="18" charset="2"/>
      <a:buChar char="-"/>
      <a:defRPr sz="1200" kern="1200">
        <a:solidFill>
          <a:schemeClr val="tx1"/>
        </a:solidFill>
        <a:latin typeface="+mn-lt"/>
        <a:ea typeface="+mn-ea"/>
        <a:cs typeface="+mn-cs"/>
      </a:defRPr>
    </a:lvl4pPr>
    <a:lvl5pPr marL="809625" indent="-266700" algn="l" defTabSz="914400" rtl="0" eaLnBrk="1" latinLnBrk="0" hangingPunct="1">
      <a:spcAft>
        <a:spcPts val="600"/>
      </a:spcAft>
      <a:buFont typeface="Montserrat" panose="00000500000000000000" pitchFamily="2"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svg"/><Relationship Id="rId7" Type="http://schemas.openxmlformats.org/officeDocument/2006/relationships/hyperlink" Target="https://www.linkedin.com/company/diehl-aviation/?originalSubdomain=de" TargetMode="External"/><Relationship Id="rId2" Type="http://schemas.openxmlformats.org/officeDocument/2006/relationships/hyperlink" Target="https://www.diehl.com/aviation" TargetMode="External"/><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hyperlink" Target="https://www.instagram.com/diehl_aviation" TargetMode="External"/><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hyperlink" Target="https://www.youtube.com/@DiehlAviation"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_1">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5589ADB7-0617-0462-9131-C977B7F3400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801" y="0"/>
            <a:ext cx="11902763" cy="6237288"/>
          </a:xfrm>
          <a:custGeom>
            <a:avLst/>
            <a:gdLst>
              <a:gd name="connsiteX0" fmla="*/ 0 w 11891962"/>
              <a:gd name="connsiteY0" fmla="*/ 0 h 6561138"/>
              <a:gd name="connsiteX1" fmla="*/ 11891962 w 11891962"/>
              <a:gd name="connsiteY1" fmla="*/ 0 h 6561138"/>
              <a:gd name="connsiteX2" fmla="*/ 11891962 w 11891962"/>
              <a:gd name="connsiteY2" fmla="*/ 5555709 h 6561138"/>
              <a:gd name="connsiteX3" fmla="*/ 10886533 w 11891962"/>
              <a:gd name="connsiteY3" fmla="*/ 6561138 h 6561138"/>
              <a:gd name="connsiteX4" fmla="*/ 0 w 11891962"/>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2" h="6561138">
                <a:moveTo>
                  <a:pt x="0" y="0"/>
                </a:moveTo>
                <a:lnTo>
                  <a:pt x="11891962" y="0"/>
                </a:lnTo>
                <a:lnTo>
                  <a:pt x="11891962" y="5555709"/>
                </a:lnTo>
                <a:cubicBezTo>
                  <a:pt x="11891962" y="6110992"/>
                  <a:pt x="11441816" y="6561138"/>
                  <a:pt x="10886533" y="6561138"/>
                </a:cubicBezTo>
                <a:lnTo>
                  <a:pt x="0" y="6561138"/>
                </a:lnTo>
                <a:close/>
              </a:path>
            </a:pathLst>
          </a:custGeom>
        </p:spPr>
      </p:pic>
      <p:pic>
        <p:nvPicPr>
          <p:cNvPr id="2" name="Grafik 1">
            <a:extLst>
              <a:ext uri="{FF2B5EF4-FFF2-40B4-BE49-F238E27FC236}">
                <a16:creationId xmlns:a16="http://schemas.microsoft.com/office/drawing/2014/main" id="{F2ED92E4-217C-1E06-5368-04E331F8B8C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95199" y="0"/>
            <a:ext cx="2178000" cy="1324631"/>
          </a:xfrm>
          <a:prstGeom prst="rect">
            <a:avLst/>
          </a:prstGeom>
        </p:spPr>
      </p:pic>
      <p:sp>
        <p:nvSpPr>
          <p:cNvPr id="5" name="Textplatzhalter 37">
            <a:extLst>
              <a:ext uri="{FF2B5EF4-FFF2-40B4-BE49-F238E27FC236}">
                <a16:creationId xmlns:a16="http://schemas.microsoft.com/office/drawing/2014/main" id="{028E6F43-8A75-9098-188F-827EBAA6F501}"/>
              </a:ext>
            </a:extLst>
          </p:cNvPr>
          <p:cNvSpPr>
            <a:spLocks noGrp="1"/>
          </p:cNvSpPr>
          <p:nvPr>
            <p:ph type="body" sz="quarter" idx="12" hasCustomPrompt="1"/>
          </p:nvPr>
        </p:nvSpPr>
        <p:spPr>
          <a:xfrm>
            <a:off x="731838" y="5822208"/>
            <a:ext cx="4235589" cy="184666"/>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lang="de-DE" sz="1200" b="0" kern="1200" baseline="0" dirty="0" smtClean="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lvl="0"/>
            <a:r>
              <a:rPr lang="de-DE" dirty="0"/>
              <a:t>Location and Date</a:t>
            </a:r>
          </a:p>
        </p:txBody>
      </p:sp>
      <p:sp>
        <p:nvSpPr>
          <p:cNvPr id="11" name="Textplatzhalter 37">
            <a:extLst>
              <a:ext uri="{FF2B5EF4-FFF2-40B4-BE49-F238E27FC236}">
                <a16:creationId xmlns:a16="http://schemas.microsoft.com/office/drawing/2014/main" id="{1B3AD1D4-76EF-59D5-D873-B33CAD4C6CA4}"/>
              </a:ext>
            </a:extLst>
          </p:cNvPr>
          <p:cNvSpPr>
            <a:spLocks noGrp="1"/>
          </p:cNvSpPr>
          <p:nvPr>
            <p:ph type="body" sz="quarter" idx="13" hasCustomPrompt="1"/>
          </p:nvPr>
        </p:nvSpPr>
        <p:spPr>
          <a:xfrm>
            <a:off x="731838" y="5538609"/>
            <a:ext cx="4235589" cy="184666"/>
          </a:xfrm>
          <a:prstGeom prst="rect">
            <a:avLst/>
          </a:prstGeom>
        </p:spPr>
        <p:txBody>
          <a:bodyPr lIns="0" tIns="0" rIns="0" bIns="0" anchor="b">
            <a:noAutofit/>
          </a:bodyPr>
          <a:lstStyle>
            <a:lvl1pPr marL="0" marR="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lang="de-DE" sz="1200" b="1" kern="1200" baseline="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a:t>Name </a:t>
            </a:r>
            <a:r>
              <a:rPr lang="de-DE" dirty="0" err="1"/>
              <a:t>of</a:t>
            </a:r>
            <a:r>
              <a:rPr lang="de-DE" dirty="0"/>
              <a:t> </a:t>
            </a:r>
            <a:r>
              <a:rPr lang="de-DE" dirty="0" err="1"/>
              <a:t>the</a:t>
            </a:r>
            <a:r>
              <a:rPr lang="de-DE" dirty="0"/>
              <a:t> </a:t>
            </a:r>
            <a:r>
              <a:rPr lang="de-DE" dirty="0" err="1"/>
              <a:t>person</a:t>
            </a:r>
            <a:r>
              <a:rPr lang="de-DE" dirty="0"/>
              <a:t> </a:t>
            </a:r>
            <a:r>
              <a:rPr lang="de-DE" dirty="0" err="1"/>
              <a:t>presenting</a:t>
            </a:r>
            <a:endParaRPr lang="de-DE" dirty="0"/>
          </a:p>
        </p:txBody>
      </p:sp>
      <p:sp>
        <p:nvSpPr>
          <p:cNvPr id="12" name="Titel 1">
            <a:extLst>
              <a:ext uri="{FF2B5EF4-FFF2-40B4-BE49-F238E27FC236}">
                <a16:creationId xmlns:a16="http://schemas.microsoft.com/office/drawing/2014/main" id="{E700C46A-827E-7D7A-2D1C-B3B24BE05B94}"/>
              </a:ext>
            </a:extLst>
          </p:cNvPr>
          <p:cNvSpPr>
            <a:spLocks noGrp="1"/>
          </p:cNvSpPr>
          <p:nvPr>
            <p:ph type="ctrTitle" hasCustomPrompt="1"/>
          </p:nvPr>
        </p:nvSpPr>
        <p:spPr bwMode="gray">
          <a:xfrm>
            <a:off x="731838" y="2524453"/>
            <a:ext cx="4235589" cy="1107996"/>
          </a:xfrm>
          <a:prstGeom prst="rect">
            <a:avLst/>
          </a:prstGeom>
          <a:noFill/>
        </p:spPr>
        <p:txBody>
          <a:bodyPr vert="horz" lIns="0" tIns="0" rIns="0" bIns="0" anchor="b">
            <a:noAutofit/>
          </a:bodyPr>
          <a:lstStyle>
            <a:lvl1pPr algn="l" rtl="0">
              <a:lnSpc>
                <a:spcPct val="100000"/>
              </a:lnSpc>
              <a:spcBef>
                <a:spcPts val="0"/>
              </a:spcBef>
              <a:defRPr sz="2400" baseline="0">
                <a:solidFill>
                  <a:schemeClr val="bg1"/>
                </a:solidFill>
                <a:latin typeface="+mn-lt"/>
              </a:defRPr>
            </a:lvl1pPr>
          </a:lstStyle>
          <a:p>
            <a:r>
              <a:rPr lang="en-US" dirty="0"/>
              <a:t>Presentation title</a:t>
            </a:r>
            <a:br>
              <a:rPr lang="en-US" dirty="0"/>
            </a:br>
            <a:r>
              <a:rPr lang="en-US" dirty="0"/>
              <a:t>two lines</a:t>
            </a:r>
            <a:br>
              <a:rPr lang="en-US" dirty="0"/>
            </a:br>
            <a:r>
              <a:rPr lang="en-US" dirty="0"/>
              <a:t>three lines</a:t>
            </a:r>
            <a:endParaRPr lang="de-DE" dirty="0"/>
          </a:p>
        </p:txBody>
      </p:sp>
      <p:sp>
        <p:nvSpPr>
          <p:cNvPr id="15" name="Untertitel 2">
            <a:extLst>
              <a:ext uri="{FF2B5EF4-FFF2-40B4-BE49-F238E27FC236}">
                <a16:creationId xmlns:a16="http://schemas.microsoft.com/office/drawing/2014/main" id="{B2C642C8-EC0B-78A7-B7A0-667664C9A002}"/>
              </a:ext>
            </a:extLst>
          </p:cNvPr>
          <p:cNvSpPr>
            <a:spLocks noGrp="1"/>
          </p:cNvSpPr>
          <p:nvPr>
            <p:ph type="subTitle" idx="1" hasCustomPrompt="1"/>
          </p:nvPr>
        </p:nvSpPr>
        <p:spPr bwMode="gray">
          <a:xfrm>
            <a:off x="731848" y="4228540"/>
            <a:ext cx="4235589" cy="276999"/>
          </a:xfrm>
          <a:prstGeom prst="rect">
            <a:avLst/>
          </a:prstGeom>
          <a:noFill/>
        </p:spPr>
        <p:txBody>
          <a:bodyPr vert="horz" lIns="0" tIns="0" rIns="0" bIns="0" rtlCol="0">
            <a:noAutofit/>
          </a:bodyPr>
          <a:lstStyle>
            <a:lvl1pPr marL="0" indent="0" rtl="0">
              <a:buNone/>
              <a:defRPr lang="de-DE" sz="1800" b="0" baseline="0" dirty="0">
                <a:solidFill>
                  <a:srgbClr val="F0F0F0"/>
                </a:solidFill>
              </a:defRPr>
            </a:lvl1pPr>
          </a:lstStyle>
          <a:p>
            <a:pPr lvl="0"/>
            <a:r>
              <a:rPr lang="de-DE" dirty="0" err="1"/>
              <a:t>Subtitle</a:t>
            </a:r>
            <a:endParaRPr lang="de-DE" dirty="0"/>
          </a:p>
        </p:txBody>
      </p:sp>
      <p:sp>
        <p:nvSpPr>
          <p:cNvPr id="16" name="Textplatzhalter 37">
            <a:extLst>
              <a:ext uri="{FF2B5EF4-FFF2-40B4-BE49-F238E27FC236}">
                <a16:creationId xmlns:a16="http://schemas.microsoft.com/office/drawing/2014/main" id="{E0EEDE1B-9A80-828F-F019-6A2FBC4FE529}"/>
              </a:ext>
            </a:extLst>
          </p:cNvPr>
          <p:cNvSpPr>
            <a:spLocks noGrp="1"/>
          </p:cNvSpPr>
          <p:nvPr>
            <p:ph type="body" sz="quarter" idx="15" hasCustomPrompt="1"/>
          </p:nvPr>
        </p:nvSpPr>
        <p:spPr>
          <a:xfrm>
            <a:off x="731838" y="5051941"/>
            <a:ext cx="4235589" cy="223446"/>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lang="de-DE" sz="1200" b="0" kern="1200" baseline="0" dirty="0" smtClean="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err="1"/>
              <a:t>For</a:t>
            </a:r>
            <a:r>
              <a:rPr lang="de-DE" dirty="0"/>
              <a:t> </a:t>
            </a:r>
            <a:r>
              <a:rPr lang="de-DE" dirty="0" err="1"/>
              <a:t>the</a:t>
            </a:r>
            <a:r>
              <a:rPr lang="de-DE" dirty="0"/>
              <a:t> </a:t>
            </a:r>
            <a:r>
              <a:rPr lang="de-DE" dirty="0" err="1"/>
              <a:t>attention</a:t>
            </a:r>
            <a:r>
              <a:rPr lang="de-DE" dirty="0"/>
              <a:t> </a:t>
            </a:r>
            <a:r>
              <a:rPr lang="de-DE" dirty="0" err="1"/>
              <a:t>of</a:t>
            </a:r>
            <a:r>
              <a:rPr lang="de-DE" dirty="0"/>
              <a:t> (</a:t>
            </a:r>
            <a:r>
              <a:rPr lang="de-DE" dirty="0" err="1"/>
              <a:t>name</a:t>
            </a:r>
            <a:r>
              <a:rPr lang="de-DE" dirty="0"/>
              <a:t> </a:t>
            </a:r>
            <a:r>
              <a:rPr lang="de-DE" dirty="0" err="1"/>
              <a:t>of</a:t>
            </a:r>
            <a:r>
              <a:rPr lang="de-DE" dirty="0"/>
              <a:t> </a:t>
            </a:r>
            <a:r>
              <a:rPr lang="de-DE" dirty="0" err="1"/>
              <a:t>customer</a:t>
            </a:r>
            <a:r>
              <a:rPr lang="de-DE" dirty="0"/>
              <a:t>)</a:t>
            </a:r>
          </a:p>
        </p:txBody>
      </p:sp>
      <p:sp>
        <p:nvSpPr>
          <p:cNvPr id="17" name="Textplatzhalter 37">
            <a:extLst>
              <a:ext uri="{FF2B5EF4-FFF2-40B4-BE49-F238E27FC236}">
                <a16:creationId xmlns:a16="http://schemas.microsoft.com/office/drawing/2014/main" id="{7214E959-A150-D28E-C0AC-B8F5E4356B14}"/>
              </a:ext>
            </a:extLst>
          </p:cNvPr>
          <p:cNvSpPr>
            <a:spLocks noGrp="1"/>
          </p:cNvSpPr>
          <p:nvPr>
            <p:ph type="body" sz="quarter" idx="16" hasCustomPrompt="1"/>
          </p:nvPr>
        </p:nvSpPr>
        <p:spPr>
          <a:xfrm>
            <a:off x="731838" y="4776434"/>
            <a:ext cx="4235589" cy="223446"/>
          </a:xfrm>
          <a:prstGeom prst="rect">
            <a:avLst/>
          </a:prstGeom>
        </p:spPr>
        <p:txBody>
          <a:bodyPr lIns="0" tIns="0" rIns="0" bIns="0" anchor="b">
            <a:noAutofit/>
          </a:bodyPr>
          <a:lstStyle>
            <a:lvl1pPr marL="0" marR="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lang="de-DE" sz="1200" b="0" kern="1200" baseline="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err="1"/>
              <a:t>Presentation</a:t>
            </a:r>
            <a:r>
              <a:rPr lang="de-DE" dirty="0"/>
              <a:t> </a:t>
            </a:r>
            <a:r>
              <a:rPr lang="de-DE" dirty="0" err="1"/>
              <a:t>for</a:t>
            </a:r>
            <a:r>
              <a:rPr lang="de-DE" dirty="0"/>
              <a:t> (</a:t>
            </a:r>
            <a:r>
              <a:rPr lang="de-DE" dirty="0" err="1"/>
              <a:t>name</a:t>
            </a:r>
            <a:r>
              <a:rPr lang="de-DE" dirty="0"/>
              <a:t> </a:t>
            </a:r>
            <a:r>
              <a:rPr lang="de-DE" dirty="0" err="1"/>
              <a:t>of</a:t>
            </a:r>
            <a:r>
              <a:rPr lang="de-DE" dirty="0"/>
              <a:t> </a:t>
            </a:r>
            <a:r>
              <a:rPr lang="de-DE" dirty="0" err="1"/>
              <a:t>airline</a:t>
            </a:r>
            <a:r>
              <a:rPr lang="de-DE" dirty="0"/>
              <a:t>)</a:t>
            </a:r>
          </a:p>
        </p:txBody>
      </p:sp>
      <p:cxnSp>
        <p:nvCxnSpPr>
          <p:cNvPr id="20" name="Gerader Verbinder 3">
            <a:extLst>
              <a:ext uri="{FF2B5EF4-FFF2-40B4-BE49-F238E27FC236}">
                <a16:creationId xmlns:a16="http://schemas.microsoft.com/office/drawing/2014/main" id="{0BDF8404-0FC9-CFAD-ADF6-BC409E98C892}"/>
              </a:ext>
            </a:extLst>
          </p:cNvPr>
          <p:cNvCxnSpPr/>
          <p:nvPr userDrawn="1"/>
        </p:nvCxnSpPr>
        <p:spPr>
          <a:xfrm>
            <a:off x="731848" y="3957644"/>
            <a:ext cx="4644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fik 5">
            <a:extLst>
              <a:ext uri="{FF2B5EF4-FFF2-40B4-BE49-F238E27FC236}">
                <a16:creationId xmlns:a16="http://schemas.microsoft.com/office/drawing/2014/main" id="{FBCC3B57-147F-3CCF-312E-F02F0C4F564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725978" y="6417773"/>
            <a:ext cx="875665" cy="299222"/>
          </a:xfrm>
          <a:prstGeom prst="rect">
            <a:avLst/>
          </a:prstGeom>
        </p:spPr>
      </p:pic>
      <p:sp>
        <p:nvSpPr>
          <p:cNvPr id="3" name="Fußzeilenplatzhalter 2">
            <a:extLst>
              <a:ext uri="{FF2B5EF4-FFF2-40B4-BE49-F238E27FC236}">
                <a16:creationId xmlns:a16="http://schemas.microsoft.com/office/drawing/2014/main" id="{D97A97BF-56C8-4A80-ACDB-E515D6DB7D71}"/>
              </a:ext>
            </a:extLst>
          </p:cNvPr>
          <p:cNvSpPr>
            <a:spLocks noGrp="1"/>
          </p:cNvSpPr>
          <p:nvPr>
            <p:ph type="ftr" sz="quarter" idx="17"/>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7" name="Foliennummernplatzhalter 6">
            <a:extLst>
              <a:ext uri="{FF2B5EF4-FFF2-40B4-BE49-F238E27FC236}">
                <a16:creationId xmlns:a16="http://schemas.microsoft.com/office/drawing/2014/main" id="{34BFC8FA-1E4A-32AA-335B-22642F1E56FF}"/>
              </a:ext>
            </a:extLst>
          </p:cNvPr>
          <p:cNvSpPr>
            <a:spLocks noGrp="1"/>
          </p:cNvSpPr>
          <p:nvPr>
            <p:ph type="sldNum" sz="quarter" idx="18"/>
          </p:nvPr>
        </p:nvSpPr>
        <p:spPr/>
        <p:txBody>
          <a:bodyPr/>
          <a:lstStyle/>
          <a:p>
            <a:fld id="{BA161025-98FF-4C1D-96AB-5CF6019945BE}" type="slidenum">
              <a:rPr lang="en-US" smtClean="0"/>
              <a:pPr/>
              <a:t>‹#›</a:t>
            </a:fld>
            <a:endParaRPr lang="en-US" dirty="0"/>
          </a:p>
        </p:txBody>
      </p:sp>
    </p:spTree>
    <p:extLst>
      <p:ext uri="{BB962C8B-B14F-4D97-AF65-F5344CB8AC3E}">
        <p14:creationId xmlns:p14="http://schemas.microsoft.com/office/powerpoint/2010/main" val="2739124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Master_2">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5589ADB7-0617-0462-9131-C977B7F3400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29" y="0"/>
            <a:ext cx="11901691" cy="6237288"/>
          </a:xfrm>
          <a:custGeom>
            <a:avLst/>
            <a:gdLst>
              <a:gd name="connsiteX0" fmla="*/ 0 w 11891962"/>
              <a:gd name="connsiteY0" fmla="*/ 0 h 6561138"/>
              <a:gd name="connsiteX1" fmla="*/ 11891962 w 11891962"/>
              <a:gd name="connsiteY1" fmla="*/ 0 h 6561138"/>
              <a:gd name="connsiteX2" fmla="*/ 11891962 w 11891962"/>
              <a:gd name="connsiteY2" fmla="*/ 5555709 h 6561138"/>
              <a:gd name="connsiteX3" fmla="*/ 10886533 w 11891962"/>
              <a:gd name="connsiteY3" fmla="*/ 6561138 h 6561138"/>
              <a:gd name="connsiteX4" fmla="*/ 0 w 11891962"/>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2" h="6561138">
                <a:moveTo>
                  <a:pt x="0" y="0"/>
                </a:moveTo>
                <a:lnTo>
                  <a:pt x="11891962" y="0"/>
                </a:lnTo>
                <a:lnTo>
                  <a:pt x="11891962" y="5555709"/>
                </a:lnTo>
                <a:cubicBezTo>
                  <a:pt x="11891962" y="6110992"/>
                  <a:pt x="11441816" y="6561138"/>
                  <a:pt x="10886533" y="6561138"/>
                </a:cubicBezTo>
                <a:lnTo>
                  <a:pt x="0" y="6561138"/>
                </a:lnTo>
                <a:close/>
              </a:path>
            </a:pathLst>
          </a:custGeom>
          <a:noFill/>
        </p:spPr>
      </p:pic>
      <p:pic>
        <p:nvPicPr>
          <p:cNvPr id="2" name="Grafik 1">
            <a:extLst>
              <a:ext uri="{FF2B5EF4-FFF2-40B4-BE49-F238E27FC236}">
                <a16:creationId xmlns:a16="http://schemas.microsoft.com/office/drawing/2014/main" id="{F2ED92E4-217C-1E06-5368-04E331F8B8C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95199" y="0"/>
            <a:ext cx="2178000" cy="1324631"/>
          </a:xfrm>
          <a:prstGeom prst="rect">
            <a:avLst/>
          </a:prstGeom>
        </p:spPr>
      </p:pic>
      <p:sp>
        <p:nvSpPr>
          <p:cNvPr id="9" name="Textplatzhalter 37">
            <a:extLst>
              <a:ext uri="{FF2B5EF4-FFF2-40B4-BE49-F238E27FC236}">
                <a16:creationId xmlns:a16="http://schemas.microsoft.com/office/drawing/2014/main" id="{3A7B959B-D800-D200-004E-296A520A0CEB}"/>
              </a:ext>
            </a:extLst>
          </p:cNvPr>
          <p:cNvSpPr>
            <a:spLocks noGrp="1"/>
          </p:cNvSpPr>
          <p:nvPr>
            <p:ph type="body" sz="quarter" idx="12" hasCustomPrompt="1"/>
          </p:nvPr>
        </p:nvSpPr>
        <p:spPr>
          <a:xfrm>
            <a:off x="731838" y="5822208"/>
            <a:ext cx="4235589" cy="184666"/>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lang="de-DE" sz="1200" b="0" kern="1200" baseline="0" dirty="0" smtClean="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lvl="0"/>
            <a:r>
              <a:rPr lang="de-DE" dirty="0"/>
              <a:t>Location and Date</a:t>
            </a:r>
          </a:p>
        </p:txBody>
      </p:sp>
      <p:sp>
        <p:nvSpPr>
          <p:cNvPr id="11" name="Textplatzhalter 37">
            <a:extLst>
              <a:ext uri="{FF2B5EF4-FFF2-40B4-BE49-F238E27FC236}">
                <a16:creationId xmlns:a16="http://schemas.microsoft.com/office/drawing/2014/main" id="{DE224540-E077-CB11-AD22-A2E47AC4BA29}"/>
              </a:ext>
            </a:extLst>
          </p:cNvPr>
          <p:cNvSpPr>
            <a:spLocks noGrp="1"/>
          </p:cNvSpPr>
          <p:nvPr>
            <p:ph type="body" sz="quarter" idx="13" hasCustomPrompt="1"/>
          </p:nvPr>
        </p:nvSpPr>
        <p:spPr>
          <a:xfrm>
            <a:off x="731838" y="5538609"/>
            <a:ext cx="4235589" cy="184666"/>
          </a:xfrm>
          <a:prstGeom prst="rect">
            <a:avLst/>
          </a:prstGeom>
        </p:spPr>
        <p:txBody>
          <a:bodyPr lIns="0" tIns="0" rIns="0" bIns="0" anchor="b">
            <a:noAutofit/>
          </a:bodyPr>
          <a:lstStyle>
            <a:lvl1pPr marL="0" marR="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lang="de-DE" sz="1200" b="1" kern="1200" baseline="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a:t>Name </a:t>
            </a:r>
            <a:r>
              <a:rPr lang="de-DE" dirty="0" err="1"/>
              <a:t>of</a:t>
            </a:r>
            <a:r>
              <a:rPr lang="de-DE" dirty="0"/>
              <a:t> </a:t>
            </a:r>
            <a:r>
              <a:rPr lang="de-DE" dirty="0" err="1"/>
              <a:t>the</a:t>
            </a:r>
            <a:r>
              <a:rPr lang="de-DE" dirty="0"/>
              <a:t> </a:t>
            </a:r>
            <a:r>
              <a:rPr lang="de-DE" dirty="0" err="1"/>
              <a:t>person</a:t>
            </a:r>
            <a:r>
              <a:rPr lang="de-DE" dirty="0"/>
              <a:t> </a:t>
            </a:r>
            <a:r>
              <a:rPr lang="de-DE" dirty="0" err="1"/>
              <a:t>presenting</a:t>
            </a:r>
            <a:endParaRPr lang="de-DE" dirty="0"/>
          </a:p>
        </p:txBody>
      </p:sp>
      <p:sp>
        <p:nvSpPr>
          <p:cNvPr id="12" name="Titel 1">
            <a:extLst>
              <a:ext uri="{FF2B5EF4-FFF2-40B4-BE49-F238E27FC236}">
                <a16:creationId xmlns:a16="http://schemas.microsoft.com/office/drawing/2014/main" id="{3122DB98-06BF-373E-88AD-121FDE0087A6}"/>
              </a:ext>
            </a:extLst>
          </p:cNvPr>
          <p:cNvSpPr>
            <a:spLocks noGrp="1"/>
          </p:cNvSpPr>
          <p:nvPr>
            <p:ph type="ctrTitle" hasCustomPrompt="1"/>
          </p:nvPr>
        </p:nvSpPr>
        <p:spPr bwMode="gray">
          <a:xfrm>
            <a:off x="731838" y="2524453"/>
            <a:ext cx="4235589" cy="1107996"/>
          </a:xfrm>
          <a:prstGeom prst="rect">
            <a:avLst/>
          </a:prstGeom>
          <a:noFill/>
        </p:spPr>
        <p:txBody>
          <a:bodyPr vert="horz" lIns="0" tIns="0" rIns="0" bIns="0" anchor="b">
            <a:noAutofit/>
          </a:bodyPr>
          <a:lstStyle>
            <a:lvl1pPr algn="l" rtl="0">
              <a:lnSpc>
                <a:spcPct val="100000"/>
              </a:lnSpc>
              <a:spcBef>
                <a:spcPts val="0"/>
              </a:spcBef>
              <a:defRPr sz="2400" baseline="0">
                <a:solidFill>
                  <a:schemeClr val="bg1"/>
                </a:solidFill>
                <a:latin typeface="+mn-lt"/>
              </a:defRPr>
            </a:lvl1pPr>
          </a:lstStyle>
          <a:p>
            <a:r>
              <a:rPr lang="en-US" dirty="0"/>
              <a:t>Presentation title</a:t>
            </a:r>
            <a:br>
              <a:rPr lang="en-US" dirty="0"/>
            </a:br>
            <a:r>
              <a:rPr lang="en-US" dirty="0"/>
              <a:t>two lines</a:t>
            </a:r>
            <a:br>
              <a:rPr lang="en-US" dirty="0"/>
            </a:br>
            <a:r>
              <a:rPr lang="en-US" dirty="0"/>
              <a:t>three lines</a:t>
            </a:r>
            <a:endParaRPr lang="de-DE" dirty="0"/>
          </a:p>
        </p:txBody>
      </p:sp>
      <p:sp>
        <p:nvSpPr>
          <p:cNvPr id="15" name="Untertitel 2">
            <a:extLst>
              <a:ext uri="{FF2B5EF4-FFF2-40B4-BE49-F238E27FC236}">
                <a16:creationId xmlns:a16="http://schemas.microsoft.com/office/drawing/2014/main" id="{9E2AA615-209B-7FAA-2C07-1F76069424A3}"/>
              </a:ext>
            </a:extLst>
          </p:cNvPr>
          <p:cNvSpPr>
            <a:spLocks noGrp="1"/>
          </p:cNvSpPr>
          <p:nvPr>
            <p:ph type="subTitle" idx="1" hasCustomPrompt="1"/>
          </p:nvPr>
        </p:nvSpPr>
        <p:spPr bwMode="gray">
          <a:xfrm>
            <a:off x="731848" y="4228540"/>
            <a:ext cx="4235589" cy="276999"/>
          </a:xfrm>
          <a:prstGeom prst="rect">
            <a:avLst/>
          </a:prstGeom>
          <a:noFill/>
        </p:spPr>
        <p:txBody>
          <a:bodyPr vert="horz" lIns="0" tIns="0" rIns="0" bIns="0" rtlCol="0">
            <a:noAutofit/>
          </a:bodyPr>
          <a:lstStyle>
            <a:lvl1pPr marL="0" indent="0" rtl="0">
              <a:buNone/>
              <a:defRPr lang="de-DE" sz="1800" b="0" baseline="0" dirty="0">
                <a:solidFill>
                  <a:srgbClr val="F0F0F0"/>
                </a:solidFill>
              </a:defRPr>
            </a:lvl1pPr>
          </a:lstStyle>
          <a:p>
            <a:pPr lvl="0"/>
            <a:r>
              <a:rPr lang="de-DE" dirty="0" err="1"/>
              <a:t>Subtitle</a:t>
            </a:r>
            <a:endParaRPr lang="de-DE" dirty="0"/>
          </a:p>
        </p:txBody>
      </p:sp>
      <p:sp>
        <p:nvSpPr>
          <p:cNvPr id="16" name="Textplatzhalter 37">
            <a:extLst>
              <a:ext uri="{FF2B5EF4-FFF2-40B4-BE49-F238E27FC236}">
                <a16:creationId xmlns:a16="http://schemas.microsoft.com/office/drawing/2014/main" id="{4B15EA23-15C5-7D99-C0A6-468939338986}"/>
              </a:ext>
            </a:extLst>
          </p:cNvPr>
          <p:cNvSpPr>
            <a:spLocks noGrp="1"/>
          </p:cNvSpPr>
          <p:nvPr>
            <p:ph type="body" sz="quarter" idx="15" hasCustomPrompt="1"/>
          </p:nvPr>
        </p:nvSpPr>
        <p:spPr>
          <a:xfrm>
            <a:off x="731838" y="5051941"/>
            <a:ext cx="4235589" cy="223446"/>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lang="de-DE" sz="1200" b="0" kern="1200" baseline="0" dirty="0" smtClean="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err="1"/>
              <a:t>For</a:t>
            </a:r>
            <a:r>
              <a:rPr lang="de-DE" dirty="0"/>
              <a:t> </a:t>
            </a:r>
            <a:r>
              <a:rPr lang="de-DE" dirty="0" err="1"/>
              <a:t>the</a:t>
            </a:r>
            <a:r>
              <a:rPr lang="de-DE" dirty="0"/>
              <a:t> </a:t>
            </a:r>
            <a:r>
              <a:rPr lang="de-DE" dirty="0" err="1"/>
              <a:t>attention</a:t>
            </a:r>
            <a:r>
              <a:rPr lang="de-DE" dirty="0"/>
              <a:t> </a:t>
            </a:r>
            <a:r>
              <a:rPr lang="de-DE" dirty="0" err="1"/>
              <a:t>of</a:t>
            </a:r>
            <a:r>
              <a:rPr lang="de-DE" dirty="0"/>
              <a:t> (</a:t>
            </a:r>
            <a:r>
              <a:rPr lang="de-DE" dirty="0" err="1"/>
              <a:t>name</a:t>
            </a:r>
            <a:r>
              <a:rPr lang="de-DE" dirty="0"/>
              <a:t> </a:t>
            </a:r>
            <a:r>
              <a:rPr lang="de-DE" dirty="0" err="1"/>
              <a:t>of</a:t>
            </a:r>
            <a:r>
              <a:rPr lang="de-DE" dirty="0"/>
              <a:t> </a:t>
            </a:r>
            <a:r>
              <a:rPr lang="de-DE" dirty="0" err="1"/>
              <a:t>customer</a:t>
            </a:r>
            <a:r>
              <a:rPr lang="de-DE" dirty="0"/>
              <a:t>)</a:t>
            </a:r>
          </a:p>
        </p:txBody>
      </p:sp>
      <p:sp>
        <p:nvSpPr>
          <p:cNvPr id="17" name="Textplatzhalter 37">
            <a:extLst>
              <a:ext uri="{FF2B5EF4-FFF2-40B4-BE49-F238E27FC236}">
                <a16:creationId xmlns:a16="http://schemas.microsoft.com/office/drawing/2014/main" id="{222333A3-FC5D-EDB5-F08C-8B953AFC7521}"/>
              </a:ext>
            </a:extLst>
          </p:cNvPr>
          <p:cNvSpPr>
            <a:spLocks noGrp="1"/>
          </p:cNvSpPr>
          <p:nvPr>
            <p:ph type="body" sz="quarter" idx="16" hasCustomPrompt="1"/>
          </p:nvPr>
        </p:nvSpPr>
        <p:spPr>
          <a:xfrm>
            <a:off x="731838" y="4776434"/>
            <a:ext cx="4235589" cy="223446"/>
          </a:xfrm>
          <a:prstGeom prst="rect">
            <a:avLst/>
          </a:prstGeom>
        </p:spPr>
        <p:txBody>
          <a:bodyPr lIns="0" tIns="0" rIns="0" bIns="0" anchor="b">
            <a:noAutofit/>
          </a:bodyPr>
          <a:lstStyle>
            <a:lvl1pPr marL="0" marR="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lang="de-DE" sz="1200" b="0" kern="1200" baseline="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err="1"/>
              <a:t>Presentation</a:t>
            </a:r>
            <a:r>
              <a:rPr lang="de-DE" dirty="0"/>
              <a:t> </a:t>
            </a:r>
            <a:r>
              <a:rPr lang="de-DE" dirty="0" err="1"/>
              <a:t>for</a:t>
            </a:r>
            <a:r>
              <a:rPr lang="de-DE" dirty="0"/>
              <a:t> (</a:t>
            </a:r>
            <a:r>
              <a:rPr lang="de-DE" dirty="0" err="1"/>
              <a:t>name</a:t>
            </a:r>
            <a:r>
              <a:rPr lang="de-DE" dirty="0"/>
              <a:t> </a:t>
            </a:r>
            <a:r>
              <a:rPr lang="de-DE" dirty="0" err="1"/>
              <a:t>of</a:t>
            </a:r>
            <a:r>
              <a:rPr lang="de-DE" dirty="0"/>
              <a:t> </a:t>
            </a:r>
            <a:r>
              <a:rPr lang="de-DE" dirty="0" err="1"/>
              <a:t>airline</a:t>
            </a:r>
            <a:r>
              <a:rPr lang="de-DE" dirty="0"/>
              <a:t>)</a:t>
            </a:r>
          </a:p>
        </p:txBody>
      </p:sp>
      <p:cxnSp>
        <p:nvCxnSpPr>
          <p:cNvPr id="22" name="Gerader Verbinder 3">
            <a:extLst>
              <a:ext uri="{FF2B5EF4-FFF2-40B4-BE49-F238E27FC236}">
                <a16:creationId xmlns:a16="http://schemas.microsoft.com/office/drawing/2014/main" id="{AEC0F377-B889-E3BE-0B08-51E7973F2C60}"/>
              </a:ext>
            </a:extLst>
          </p:cNvPr>
          <p:cNvCxnSpPr/>
          <p:nvPr userDrawn="1"/>
        </p:nvCxnSpPr>
        <p:spPr>
          <a:xfrm>
            <a:off x="731848" y="3957644"/>
            <a:ext cx="4644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fik 5">
            <a:extLst>
              <a:ext uri="{FF2B5EF4-FFF2-40B4-BE49-F238E27FC236}">
                <a16:creationId xmlns:a16="http://schemas.microsoft.com/office/drawing/2014/main" id="{2657E3E8-29BC-3768-3ED1-0BC7BB06846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725978" y="6417773"/>
            <a:ext cx="875665" cy="299222"/>
          </a:xfrm>
          <a:prstGeom prst="rect">
            <a:avLst/>
          </a:prstGeom>
        </p:spPr>
      </p:pic>
      <p:sp>
        <p:nvSpPr>
          <p:cNvPr id="7" name="Fußzeilenplatzhalter 6">
            <a:extLst>
              <a:ext uri="{FF2B5EF4-FFF2-40B4-BE49-F238E27FC236}">
                <a16:creationId xmlns:a16="http://schemas.microsoft.com/office/drawing/2014/main" id="{5D6ED6DE-3898-6F44-E15E-2EE8C15942A4}"/>
              </a:ext>
            </a:extLst>
          </p:cNvPr>
          <p:cNvSpPr>
            <a:spLocks noGrp="1"/>
          </p:cNvSpPr>
          <p:nvPr>
            <p:ph type="ftr" sz="quarter" idx="17"/>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10" name="Foliennummernplatzhalter 9">
            <a:extLst>
              <a:ext uri="{FF2B5EF4-FFF2-40B4-BE49-F238E27FC236}">
                <a16:creationId xmlns:a16="http://schemas.microsoft.com/office/drawing/2014/main" id="{5AD2AA54-2AF4-7E60-D09B-02216A4231FC}"/>
              </a:ext>
            </a:extLst>
          </p:cNvPr>
          <p:cNvSpPr>
            <a:spLocks noGrp="1"/>
          </p:cNvSpPr>
          <p:nvPr>
            <p:ph type="sldNum" sz="quarter" idx="18"/>
          </p:nvPr>
        </p:nvSpPr>
        <p:spPr/>
        <p:txBody>
          <a:bodyPr/>
          <a:lstStyle/>
          <a:p>
            <a:fld id="{BA161025-98FF-4C1D-96AB-5CF6019945BE}" type="slidenum">
              <a:rPr lang="en-US" smtClean="0"/>
              <a:pPr/>
              <a:t>‹#›</a:t>
            </a:fld>
            <a:endParaRPr lang="en-US" dirty="0"/>
          </a:p>
        </p:txBody>
      </p:sp>
    </p:spTree>
    <p:extLst>
      <p:ext uri="{BB962C8B-B14F-4D97-AF65-F5344CB8AC3E}">
        <p14:creationId xmlns:p14="http://schemas.microsoft.com/office/powerpoint/2010/main" val="3784345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Master_Print Version">
    <p:bg>
      <p:bgPr>
        <a:solidFill>
          <a:schemeClr val="bg1"/>
        </a:solid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2ED92E4-217C-1E06-5368-04E331F8B8C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95199" y="0"/>
            <a:ext cx="2178000" cy="1324631"/>
          </a:xfrm>
          <a:prstGeom prst="rect">
            <a:avLst/>
          </a:prstGeom>
        </p:spPr>
      </p:pic>
      <p:sp>
        <p:nvSpPr>
          <p:cNvPr id="9" name="Textplatzhalter 37">
            <a:extLst>
              <a:ext uri="{FF2B5EF4-FFF2-40B4-BE49-F238E27FC236}">
                <a16:creationId xmlns:a16="http://schemas.microsoft.com/office/drawing/2014/main" id="{3A7B959B-D800-D200-004E-296A520A0CEB}"/>
              </a:ext>
            </a:extLst>
          </p:cNvPr>
          <p:cNvSpPr>
            <a:spLocks noGrp="1"/>
          </p:cNvSpPr>
          <p:nvPr>
            <p:ph type="body" sz="quarter" idx="12" hasCustomPrompt="1"/>
          </p:nvPr>
        </p:nvSpPr>
        <p:spPr>
          <a:xfrm>
            <a:off x="731838" y="5822208"/>
            <a:ext cx="4235589" cy="184666"/>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lang="de-DE" sz="1200" b="0" kern="1200" baseline="0" dirty="0" smtClean="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lvl="0"/>
            <a:r>
              <a:rPr lang="de-DE" dirty="0"/>
              <a:t>Location and Date</a:t>
            </a:r>
          </a:p>
        </p:txBody>
      </p:sp>
      <p:sp>
        <p:nvSpPr>
          <p:cNvPr id="11" name="Textplatzhalter 37">
            <a:extLst>
              <a:ext uri="{FF2B5EF4-FFF2-40B4-BE49-F238E27FC236}">
                <a16:creationId xmlns:a16="http://schemas.microsoft.com/office/drawing/2014/main" id="{DE224540-E077-CB11-AD22-A2E47AC4BA29}"/>
              </a:ext>
            </a:extLst>
          </p:cNvPr>
          <p:cNvSpPr>
            <a:spLocks noGrp="1"/>
          </p:cNvSpPr>
          <p:nvPr>
            <p:ph type="body" sz="quarter" idx="13" hasCustomPrompt="1"/>
          </p:nvPr>
        </p:nvSpPr>
        <p:spPr>
          <a:xfrm>
            <a:off x="731838" y="5538609"/>
            <a:ext cx="4235589" cy="184666"/>
          </a:xfrm>
          <a:prstGeom prst="rect">
            <a:avLst/>
          </a:prstGeom>
        </p:spPr>
        <p:txBody>
          <a:bodyPr lIns="0" tIns="0" rIns="0" bIns="0" anchor="b">
            <a:noAutofit/>
          </a:bodyPr>
          <a:lstStyle>
            <a:lvl1pPr marL="0" marR="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lang="de-DE" sz="1200" b="1" kern="1200" baseline="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a:t>Name </a:t>
            </a:r>
            <a:r>
              <a:rPr lang="de-DE" dirty="0" err="1"/>
              <a:t>of</a:t>
            </a:r>
            <a:r>
              <a:rPr lang="de-DE" dirty="0"/>
              <a:t> </a:t>
            </a:r>
            <a:r>
              <a:rPr lang="de-DE" dirty="0" err="1"/>
              <a:t>the</a:t>
            </a:r>
            <a:r>
              <a:rPr lang="de-DE" dirty="0"/>
              <a:t> </a:t>
            </a:r>
            <a:r>
              <a:rPr lang="de-DE" dirty="0" err="1"/>
              <a:t>person</a:t>
            </a:r>
            <a:r>
              <a:rPr lang="de-DE" dirty="0"/>
              <a:t> </a:t>
            </a:r>
            <a:r>
              <a:rPr lang="de-DE" dirty="0" err="1"/>
              <a:t>presenting</a:t>
            </a:r>
            <a:endParaRPr lang="de-DE" dirty="0"/>
          </a:p>
        </p:txBody>
      </p:sp>
      <p:sp>
        <p:nvSpPr>
          <p:cNvPr id="12" name="Titel 1">
            <a:extLst>
              <a:ext uri="{FF2B5EF4-FFF2-40B4-BE49-F238E27FC236}">
                <a16:creationId xmlns:a16="http://schemas.microsoft.com/office/drawing/2014/main" id="{3122DB98-06BF-373E-88AD-121FDE0087A6}"/>
              </a:ext>
            </a:extLst>
          </p:cNvPr>
          <p:cNvSpPr>
            <a:spLocks noGrp="1"/>
          </p:cNvSpPr>
          <p:nvPr>
            <p:ph type="ctrTitle" hasCustomPrompt="1"/>
          </p:nvPr>
        </p:nvSpPr>
        <p:spPr bwMode="gray">
          <a:xfrm>
            <a:off x="731838" y="2524453"/>
            <a:ext cx="4235589" cy="1107996"/>
          </a:xfrm>
          <a:prstGeom prst="rect">
            <a:avLst/>
          </a:prstGeom>
          <a:noFill/>
        </p:spPr>
        <p:txBody>
          <a:bodyPr vert="horz" lIns="0" tIns="0" rIns="0" bIns="0" anchor="b">
            <a:noAutofit/>
          </a:bodyPr>
          <a:lstStyle>
            <a:lvl1pPr algn="l" rtl="0">
              <a:lnSpc>
                <a:spcPct val="100000"/>
              </a:lnSpc>
              <a:spcBef>
                <a:spcPts val="0"/>
              </a:spcBef>
              <a:defRPr sz="2400" baseline="0">
                <a:solidFill>
                  <a:schemeClr val="tx1"/>
                </a:solidFill>
                <a:latin typeface="+mn-lt"/>
              </a:defRPr>
            </a:lvl1pPr>
          </a:lstStyle>
          <a:p>
            <a:r>
              <a:rPr lang="en-US" dirty="0"/>
              <a:t>Presentation title</a:t>
            </a:r>
            <a:br>
              <a:rPr lang="en-US" dirty="0"/>
            </a:br>
            <a:r>
              <a:rPr lang="en-US" dirty="0"/>
              <a:t>two lines</a:t>
            </a:r>
            <a:br>
              <a:rPr lang="en-US" dirty="0"/>
            </a:br>
            <a:r>
              <a:rPr lang="en-US" dirty="0"/>
              <a:t>three lines</a:t>
            </a:r>
            <a:endParaRPr lang="de-DE" dirty="0"/>
          </a:p>
        </p:txBody>
      </p:sp>
      <p:sp>
        <p:nvSpPr>
          <p:cNvPr id="15" name="Untertitel 2">
            <a:extLst>
              <a:ext uri="{FF2B5EF4-FFF2-40B4-BE49-F238E27FC236}">
                <a16:creationId xmlns:a16="http://schemas.microsoft.com/office/drawing/2014/main" id="{9E2AA615-209B-7FAA-2C07-1F76069424A3}"/>
              </a:ext>
            </a:extLst>
          </p:cNvPr>
          <p:cNvSpPr>
            <a:spLocks noGrp="1"/>
          </p:cNvSpPr>
          <p:nvPr>
            <p:ph type="subTitle" idx="1" hasCustomPrompt="1"/>
          </p:nvPr>
        </p:nvSpPr>
        <p:spPr bwMode="gray">
          <a:xfrm>
            <a:off x="731848" y="4228540"/>
            <a:ext cx="4235589" cy="276999"/>
          </a:xfrm>
          <a:prstGeom prst="rect">
            <a:avLst/>
          </a:prstGeom>
          <a:noFill/>
        </p:spPr>
        <p:txBody>
          <a:bodyPr vert="horz" lIns="0" tIns="0" rIns="0" bIns="0" rtlCol="0">
            <a:noAutofit/>
          </a:bodyPr>
          <a:lstStyle>
            <a:lvl1pPr marL="0" indent="0" rtl="0">
              <a:buNone/>
              <a:defRPr lang="de-DE" sz="1800" b="0" baseline="0" dirty="0">
                <a:solidFill>
                  <a:schemeClr val="tx1"/>
                </a:solidFill>
              </a:defRPr>
            </a:lvl1pPr>
          </a:lstStyle>
          <a:p>
            <a:pPr lvl="0"/>
            <a:r>
              <a:rPr lang="de-DE" dirty="0" err="1"/>
              <a:t>Subtitle</a:t>
            </a:r>
            <a:endParaRPr lang="de-DE" dirty="0"/>
          </a:p>
        </p:txBody>
      </p:sp>
      <p:sp>
        <p:nvSpPr>
          <p:cNvPr id="16" name="Textplatzhalter 37">
            <a:extLst>
              <a:ext uri="{FF2B5EF4-FFF2-40B4-BE49-F238E27FC236}">
                <a16:creationId xmlns:a16="http://schemas.microsoft.com/office/drawing/2014/main" id="{4B15EA23-15C5-7D99-C0A6-468939338986}"/>
              </a:ext>
            </a:extLst>
          </p:cNvPr>
          <p:cNvSpPr>
            <a:spLocks noGrp="1"/>
          </p:cNvSpPr>
          <p:nvPr>
            <p:ph type="body" sz="quarter" idx="15" hasCustomPrompt="1"/>
          </p:nvPr>
        </p:nvSpPr>
        <p:spPr>
          <a:xfrm>
            <a:off x="731838" y="5051941"/>
            <a:ext cx="4235589" cy="223446"/>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lang="de-DE" sz="1200" b="0" kern="1200" baseline="0" dirty="0" smtClean="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err="1"/>
              <a:t>For</a:t>
            </a:r>
            <a:r>
              <a:rPr lang="de-DE" dirty="0"/>
              <a:t> </a:t>
            </a:r>
            <a:r>
              <a:rPr lang="de-DE" dirty="0" err="1"/>
              <a:t>the</a:t>
            </a:r>
            <a:r>
              <a:rPr lang="de-DE" dirty="0"/>
              <a:t> </a:t>
            </a:r>
            <a:r>
              <a:rPr lang="de-DE" dirty="0" err="1"/>
              <a:t>attention</a:t>
            </a:r>
            <a:r>
              <a:rPr lang="de-DE" dirty="0"/>
              <a:t> </a:t>
            </a:r>
            <a:r>
              <a:rPr lang="de-DE" dirty="0" err="1"/>
              <a:t>of</a:t>
            </a:r>
            <a:r>
              <a:rPr lang="de-DE" dirty="0"/>
              <a:t> (</a:t>
            </a:r>
            <a:r>
              <a:rPr lang="de-DE" dirty="0" err="1"/>
              <a:t>name</a:t>
            </a:r>
            <a:r>
              <a:rPr lang="de-DE" dirty="0"/>
              <a:t> </a:t>
            </a:r>
            <a:r>
              <a:rPr lang="de-DE" dirty="0" err="1"/>
              <a:t>of</a:t>
            </a:r>
            <a:r>
              <a:rPr lang="de-DE" dirty="0"/>
              <a:t> </a:t>
            </a:r>
            <a:r>
              <a:rPr lang="de-DE" dirty="0" err="1"/>
              <a:t>customer</a:t>
            </a:r>
            <a:r>
              <a:rPr lang="de-DE" dirty="0"/>
              <a:t>)</a:t>
            </a:r>
          </a:p>
        </p:txBody>
      </p:sp>
      <p:sp>
        <p:nvSpPr>
          <p:cNvPr id="17" name="Textplatzhalter 37">
            <a:extLst>
              <a:ext uri="{FF2B5EF4-FFF2-40B4-BE49-F238E27FC236}">
                <a16:creationId xmlns:a16="http://schemas.microsoft.com/office/drawing/2014/main" id="{222333A3-FC5D-EDB5-F08C-8B953AFC7521}"/>
              </a:ext>
            </a:extLst>
          </p:cNvPr>
          <p:cNvSpPr>
            <a:spLocks noGrp="1"/>
          </p:cNvSpPr>
          <p:nvPr>
            <p:ph type="body" sz="quarter" idx="16" hasCustomPrompt="1"/>
          </p:nvPr>
        </p:nvSpPr>
        <p:spPr>
          <a:xfrm>
            <a:off x="731838" y="4776434"/>
            <a:ext cx="4235589" cy="223446"/>
          </a:xfrm>
          <a:prstGeom prst="rect">
            <a:avLst/>
          </a:prstGeom>
        </p:spPr>
        <p:txBody>
          <a:bodyPr lIns="0" tIns="0" rIns="0" bIns="0" anchor="b">
            <a:noAutofit/>
          </a:bodyPr>
          <a:lstStyle>
            <a:lvl1pPr marL="0" marR="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lang="de-DE" sz="1200" b="0" kern="1200" baseline="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dirty="0" err="1"/>
              <a:t>Presentation</a:t>
            </a:r>
            <a:r>
              <a:rPr lang="de-DE" dirty="0"/>
              <a:t> </a:t>
            </a:r>
            <a:r>
              <a:rPr lang="de-DE" dirty="0" err="1"/>
              <a:t>for</a:t>
            </a:r>
            <a:r>
              <a:rPr lang="de-DE" dirty="0"/>
              <a:t> (</a:t>
            </a:r>
            <a:r>
              <a:rPr lang="de-DE" dirty="0" err="1"/>
              <a:t>name</a:t>
            </a:r>
            <a:r>
              <a:rPr lang="de-DE" dirty="0"/>
              <a:t> </a:t>
            </a:r>
            <a:r>
              <a:rPr lang="de-DE" dirty="0" err="1"/>
              <a:t>of</a:t>
            </a:r>
            <a:r>
              <a:rPr lang="de-DE" dirty="0"/>
              <a:t> </a:t>
            </a:r>
            <a:r>
              <a:rPr lang="de-DE" dirty="0" err="1"/>
              <a:t>airline</a:t>
            </a:r>
            <a:r>
              <a:rPr lang="de-DE" dirty="0"/>
              <a:t>)</a:t>
            </a:r>
          </a:p>
        </p:txBody>
      </p:sp>
      <p:cxnSp>
        <p:nvCxnSpPr>
          <p:cNvPr id="22" name="Gerader Verbinder 3">
            <a:extLst>
              <a:ext uri="{FF2B5EF4-FFF2-40B4-BE49-F238E27FC236}">
                <a16:creationId xmlns:a16="http://schemas.microsoft.com/office/drawing/2014/main" id="{AEC0F377-B889-E3BE-0B08-51E7973F2C60}"/>
              </a:ext>
            </a:extLst>
          </p:cNvPr>
          <p:cNvCxnSpPr/>
          <p:nvPr userDrawn="1"/>
        </p:nvCxnSpPr>
        <p:spPr>
          <a:xfrm>
            <a:off x="731848" y="3957644"/>
            <a:ext cx="4644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fik 5">
            <a:extLst>
              <a:ext uri="{FF2B5EF4-FFF2-40B4-BE49-F238E27FC236}">
                <a16:creationId xmlns:a16="http://schemas.microsoft.com/office/drawing/2014/main" id="{2657E3E8-29BC-3768-3ED1-0BC7BB06846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725978" y="6417773"/>
            <a:ext cx="875665" cy="299222"/>
          </a:xfrm>
          <a:prstGeom prst="rect">
            <a:avLst/>
          </a:prstGeom>
        </p:spPr>
      </p:pic>
      <p:sp>
        <p:nvSpPr>
          <p:cNvPr id="3" name="Freihandform 2">
            <a:extLst>
              <a:ext uri="{FF2B5EF4-FFF2-40B4-BE49-F238E27FC236}">
                <a16:creationId xmlns:a16="http://schemas.microsoft.com/office/drawing/2014/main" id="{8D2F8C5E-216F-38E4-5650-0648683E42DA}"/>
              </a:ext>
            </a:extLst>
          </p:cNvPr>
          <p:cNvSpPr>
            <a:spLocks/>
          </p:cNvSpPr>
          <p:nvPr userDrawn="1"/>
        </p:nvSpPr>
        <p:spPr>
          <a:xfrm>
            <a:off x="-9728" y="0"/>
            <a:ext cx="11901691" cy="6232005"/>
          </a:xfrm>
          <a:custGeom>
            <a:avLst/>
            <a:gdLst>
              <a:gd name="connsiteX0" fmla="*/ 0 w 11891963"/>
              <a:gd name="connsiteY0" fmla="*/ 0 h 6230698"/>
              <a:gd name="connsiteX1" fmla="*/ 11891963 w 11891963"/>
              <a:gd name="connsiteY1" fmla="*/ 0 h 6230698"/>
              <a:gd name="connsiteX2" fmla="*/ 11891963 w 11891963"/>
              <a:gd name="connsiteY2" fmla="*/ 280712 h 6230698"/>
              <a:gd name="connsiteX3" fmla="*/ 11891963 w 11891963"/>
              <a:gd name="connsiteY3" fmla="*/ 845648 h 6230698"/>
              <a:gd name="connsiteX4" fmla="*/ 11891963 w 11891963"/>
              <a:gd name="connsiteY4" fmla="*/ 5228304 h 6230698"/>
              <a:gd name="connsiteX5" fmla="*/ 10889569 w 11891963"/>
              <a:gd name="connsiteY5" fmla="*/ 6230698 h 6230698"/>
              <a:gd name="connsiteX6" fmla="*/ 0 w 11891963"/>
              <a:gd name="connsiteY6" fmla="*/ 6230698 h 6230698"/>
              <a:gd name="connsiteX7" fmla="*/ 0 w 11891963"/>
              <a:gd name="connsiteY7" fmla="*/ 845648 h 6230698"/>
              <a:gd name="connsiteX8" fmla="*/ 0 w 11891963"/>
              <a:gd name="connsiteY8" fmla="*/ 280712 h 623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91963" h="6230698">
                <a:moveTo>
                  <a:pt x="0" y="0"/>
                </a:moveTo>
                <a:lnTo>
                  <a:pt x="11891963" y="0"/>
                </a:lnTo>
                <a:lnTo>
                  <a:pt x="11891963" y="280712"/>
                </a:lnTo>
                <a:lnTo>
                  <a:pt x="11891963" y="845648"/>
                </a:lnTo>
                <a:lnTo>
                  <a:pt x="11891963" y="5228304"/>
                </a:lnTo>
                <a:cubicBezTo>
                  <a:pt x="11891963" y="5781911"/>
                  <a:pt x="11443176" y="6230698"/>
                  <a:pt x="10889569" y="6230698"/>
                </a:cubicBezTo>
                <a:lnTo>
                  <a:pt x="0" y="6230698"/>
                </a:lnTo>
                <a:lnTo>
                  <a:pt x="0" y="845648"/>
                </a:lnTo>
                <a:lnTo>
                  <a:pt x="0" y="280712"/>
                </a:lnTo>
                <a:close/>
              </a:path>
            </a:pathLst>
          </a:custGeom>
          <a:noFill/>
          <a:ln w="12700">
            <a:solidFill>
              <a:schemeClr val="accent1"/>
            </a:solidFill>
          </a:ln>
        </p:spPr>
        <p:txBody>
          <a:bodyPr vert="horz" wrap="square" lIns="72000" tIns="72000" rIns="72000" bIns="72000" rtlCol="0" anchor="ctr">
            <a:noAutofit/>
          </a:bodyPr>
          <a:lstStyle/>
          <a:p>
            <a:pPr algn="ctr">
              <a:spcBef>
                <a:spcPts val="600"/>
              </a:spcBef>
            </a:pPr>
            <a:endParaRPr lang="de-DE" sz="1200" dirty="0" err="1">
              <a:solidFill>
                <a:schemeClr val="bg1"/>
              </a:solidFill>
            </a:endParaRPr>
          </a:p>
        </p:txBody>
      </p:sp>
      <p:sp>
        <p:nvSpPr>
          <p:cNvPr id="7" name="Fußzeilenplatzhalter 6">
            <a:extLst>
              <a:ext uri="{FF2B5EF4-FFF2-40B4-BE49-F238E27FC236}">
                <a16:creationId xmlns:a16="http://schemas.microsoft.com/office/drawing/2014/main" id="{5F233DD4-1DE1-7C11-BBF1-FC85C61BA249}"/>
              </a:ext>
            </a:extLst>
          </p:cNvPr>
          <p:cNvSpPr>
            <a:spLocks noGrp="1"/>
          </p:cNvSpPr>
          <p:nvPr>
            <p:ph type="ftr" sz="quarter" idx="17"/>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8" name="Foliennummernplatzhalter 7">
            <a:extLst>
              <a:ext uri="{FF2B5EF4-FFF2-40B4-BE49-F238E27FC236}">
                <a16:creationId xmlns:a16="http://schemas.microsoft.com/office/drawing/2014/main" id="{DC4A4798-30E7-E9A4-28EE-C5C65D88C0D7}"/>
              </a:ext>
            </a:extLst>
          </p:cNvPr>
          <p:cNvSpPr>
            <a:spLocks noGrp="1"/>
          </p:cNvSpPr>
          <p:nvPr>
            <p:ph type="sldNum" sz="quarter" idx="18"/>
          </p:nvPr>
        </p:nvSpPr>
        <p:spPr/>
        <p:txBody>
          <a:bodyPr/>
          <a:lstStyle/>
          <a:p>
            <a:fld id="{BA161025-98FF-4C1D-96AB-5CF6019945BE}" type="slidenum">
              <a:rPr lang="en-US" smtClean="0"/>
              <a:pPr/>
              <a:t>‹#›</a:t>
            </a:fld>
            <a:endParaRPr lang="en-US" dirty="0"/>
          </a:p>
        </p:txBody>
      </p:sp>
    </p:spTree>
    <p:extLst>
      <p:ext uri="{BB962C8B-B14F-4D97-AF65-F5344CB8AC3E}">
        <p14:creationId xmlns:p14="http://schemas.microsoft.com/office/powerpoint/2010/main" val="1505559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
    <p:spTree>
      <p:nvGrpSpPr>
        <p:cNvPr id="1" name=""/>
        <p:cNvGrpSpPr/>
        <p:nvPr/>
      </p:nvGrpSpPr>
      <p:grpSpPr>
        <a:xfrm>
          <a:off x="0" y="0"/>
          <a:ext cx="0" cy="0"/>
          <a:chOff x="0" y="0"/>
          <a:chExt cx="0" cy="0"/>
        </a:xfrm>
      </p:grpSpPr>
      <p:sp>
        <p:nvSpPr>
          <p:cNvPr id="10" name="Textplatzhalter 2">
            <a:extLst>
              <a:ext uri="{FF2B5EF4-FFF2-40B4-BE49-F238E27FC236}">
                <a16:creationId xmlns:a16="http://schemas.microsoft.com/office/drawing/2014/main" id="{0A806D2D-358A-4191-A904-BA8509FF17C8}"/>
              </a:ext>
            </a:extLst>
          </p:cNvPr>
          <p:cNvSpPr>
            <a:spLocks noGrp="1"/>
          </p:cNvSpPr>
          <p:nvPr>
            <p:ph type="body" sz="quarter" idx="10" hasCustomPrompt="1"/>
          </p:nvPr>
        </p:nvSpPr>
        <p:spPr>
          <a:xfrm>
            <a:off x="292897" y="1376363"/>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01</a:t>
            </a:r>
          </a:p>
        </p:txBody>
      </p:sp>
      <p:sp>
        <p:nvSpPr>
          <p:cNvPr id="16" name="Textplatzhalter 2">
            <a:extLst>
              <a:ext uri="{FF2B5EF4-FFF2-40B4-BE49-F238E27FC236}">
                <a16:creationId xmlns:a16="http://schemas.microsoft.com/office/drawing/2014/main" id="{0AF7A1DF-2BFB-4BE6-9B6B-AAE45FE3E027}"/>
              </a:ext>
            </a:extLst>
          </p:cNvPr>
          <p:cNvSpPr>
            <a:spLocks noGrp="1"/>
          </p:cNvSpPr>
          <p:nvPr>
            <p:ph type="body" sz="quarter" idx="12" hasCustomPrompt="1"/>
          </p:nvPr>
        </p:nvSpPr>
        <p:spPr>
          <a:xfrm>
            <a:off x="5520673" y="1376363"/>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05</a:t>
            </a:r>
          </a:p>
        </p:txBody>
      </p:sp>
      <p:sp>
        <p:nvSpPr>
          <p:cNvPr id="19" name="Textplatzhalter 2">
            <a:extLst>
              <a:ext uri="{FF2B5EF4-FFF2-40B4-BE49-F238E27FC236}">
                <a16:creationId xmlns:a16="http://schemas.microsoft.com/office/drawing/2014/main" id="{05894CA9-CDC7-4097-B014-E7E141D7FF44}"/>
              </a:ext>
            </a:extLst>
          </p:cNvPr>
          <p:cNvSpPr>
            <a:spLocks noGrp="1"/>
          </p:cNvSpPr>
          <p:nvPr>
            <p:ph type="body" sz="quarter" idx="14" hasCustomPrompt="1"/>
          </p:nvPr>
        </p:nvSpPr>
        <p:spPr>
          <a:xfrm>
            <a:off x="292897" y="2624983"/>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02</a:t>
            </a:r>
          </a:p>
        </p:txBody>
      </p:sp>
      <p:sp>
        <p:nvSpPr>
          <p:cNvPr id="22" name="Textplatzhalter 2">
            <a:extLst>
              <a:ext uri="{FF2B5EF4-FFF2-40B4-BE49-F238E27FC236}">
                <a16:creationId xmlns:a16="http://schemas.microsoft.com/office/drawing/2014/main" id="{F905FB0C-8B69-407F-AFBA-4A7256BAD850}"/>
              </a:ext>
            </a:extLst>
          </p:cNvPr>
          <p:cNvSpPr>
            <a:spLocks noGrp="1"/>
          </p:cNvSpPr>
          <p:nvPr>
            <p:ph type="body" sz="quarter" idx="16" hasCustomPrompt="1"/>
          </p:nvPr>
        </p:nvSpPr>
        <p:spPr>
          <a:xfrm>
            <a:off x="5520673" y="2624983"/>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06</a:t>
            </a:r>
          </a:p>
        </p:txBody>
      </p:sp>
      <p:sp>
        <p:nvSpPr>
          <p:cNvPr id="25" name="Textplatzhalter 2">
            <a:extLst>
              <a:ext uri="{FF2B5EF4-FFF2-40B4-BE49-F238E27FC236}">
                <a16:creationId xmlns:a16="http://schemas.microsoft.com/office/drawing/2014/main" id="{C98ECF22-6CD2-48C3-84AB-33F5D804DE92}"/>
              </a:ext>
            </a:extLst>
          </p:cNvPr>
          <p:cNvSpPr>
            <a:spLocks noGrp="1"/>
          </p:cNvSpPr>
          <p:nvPr>
            <p:ph type="body" sz="quarter" idx="18" hasCustomPrompt="1"/>
          </p:nvPr>
        </p:nvSpPr>
        <p:spPr>
          <a:xfrm>
            <a:off x="292897" y="3873603"/>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03</a:t>
            </a:r>
          </a:p>
        </p:txBody>
      </p:sp>
      <p:sp>
        <p:nvSpPr>
          <p:cNvPr id="28" name="Textplatzhalter 2">
            <a:extLst>
              <a:ext uri="{FF2B5EF4-FFF2-40B4-BE49-F238E27FC236}">
                <a16:creationId xmlns:a16="http://schemas.microsoft.com/office/drawing/2014/main" id="{8DF54314-4FCD-420B-B329-CDCA0BB46506}"/>
              </a:ext>
            </a:extLst>
          </p:cNvPr>
          <p:cNvSpPr>
            <a:spLocks noGrp="1"/>
          </p:cNvSpPr>
          <p:nvPr>
            <p:ph type="body" sz="quarter" idx="20" hasCustomPrompt="1"/>
          </p:nvPr>
        </p:nvSpPr>
        <p:spPr>
          <a:xfrm>
            <a:off x="5520673" y="3873603"/>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07</a:t>
            </a:r>
          </a:p>
        </p:txBody>
      </p:sp>
      <p:sp>
        <p:nvSpPr>
          <p:cNvPr id="31" name="Textplatzhalter 2">
            <a:extLst>
              <a:ext uri="{FF2B5EF4-FFF2-40B4-BE49-F238E27FC236}">
                <a16:creationId xmlns:a16="http://schemas.microsoft.com/office/drawing/2014/main" id="{A3FCF77C-0C4F-4D36-8ADC-25F46E385607}"/>
              </a:ext>
            </a:extLst>
          </p:cNvPr>
          <p:cNvSpPr>
            <a:spLocks noGrp="1"/>
          </p:cNvSpPr>
          <p:nvPr>
            <p:ph type="body" sz="quarter" idx="22" hasCustomPrompt="1"/>
          </p:nvPr>
        </p:nvSpPr>
        <p:spPr>
          <a:xfrm>
            <a:off x="292897" y="5122222"/>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04</a:t>
            </a:r>
          </a:p>
        </p:txBody>
      </p:sp>
      <p:sp>
        <p:nvSpPr>
          <p:cNvPr id="34" name="Textplatzhalter 2">
            <a:extLst>
              <a:ext uri="{FF2B5EF4-FFF2-40B4-BE49-F238E27FC236}">
                <a16:creationId xmlns:a16="http://schemas.microsoft.com/office/drawing/2014/main" id="{16CD8E9F-1514-42F0-8FE1-DA5AE223052E}"/>
              </a:ext>
            </a:extLst>
          </p:cNvPr>
          <p:cNvSpPr>
            <a:spLocks noGrp="1"/>
          </p:cNvSpPr>
          <p:nvPr>
            <p:ph type="body" sz="quarter" idx="24" hasCustomPrompt="1"/>
          </p:nvPr>
        </p:nvSpPr>
        <p:spPr>
          <a:xfrm>
            <a:off x="5520673" y="5122222"/>
            <a:ext cx="65530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08</a:t>
            </a:r>
          </a:p>
        </p:txBody>
      </p:sp>
      <p:sp>
        <p:nvSpPr>
          <p:cNvPr id="2" name="Titelplatzhalter 1">
            <a:extLst>
              <a:ext uri="{FF2B5EF4-FFF2-40B4-BE49-F238E27FC236}">
                <a16:creationId xmlns:a16="http://schemas.microsoft.com/office/drawing/2014/main" id="{421A31ED-9A54-C485-D5A2-225C0B10DC7C}"/>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Agenda</a:t>
            </a:r>
          </a:p>
        </p:txBody>
      </p:sp>
      <p:sp>
        <p:nvSpPr>
          <p:cNvPr id="4" name="Textplatzhalter 3">
            <a:extLst>
              <a:ext uri="{FF2B5EF4-FFF2-40B4-BE49-F238E27FC236}">
                <a16:creationId xmlns:a16="http://schemas.microsoft.com/office/drawing/2014/main" id="{C8FDB41A-E4FF-8372-93B7-9E4E09A15F10}"/>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sp>
        <p:nvSpPr>
          <p:cNvPr id="3" name="Textplatzhalter 7">
            <a:extLst>
              <a:ext uri="{FF2B5EF4-FFF2-40B4-BE49-F238E27FC236}">
                <a16:creationId xmlns:a16="http://schemas.microsoft.com/office/drawing/2014/main" id="{01AB7A65-DD68-F6D6-8250-EB03DFE4B277}"/>
              </a:ext>
            </a:extLst>
          </p:cNvPr>
          <p:cNvSpPr>
            <a:spLocks noGrp="1"/>
          </p:cNvSpPr>
          <p:nvPr>
            <p:ph type="body" sz="quarter" idx="38" hasCustomPrompt="1"/>
          </p:nvPr>
        </p:nvSpPr>
        <p:spPr>
          <a:xfrm>
            <a:off x="948197" y="1383351"/>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5" name="Textplatzhalter 7">
            <a:extLst>
              <a:ext uri="{FF2B5EF4-FFF2-40B4-BE49-F238E27FC236}">
                <a16:creationId xmlns:a16="http://schemas.microsoft.com/office/drawing/2014/main" id="{C6CFD946-D166-7F3F-9DE7-5FFEBF056317}"/>
              </a:ext>
            </a:extLst>
          </p:cNvPr>
          <p:cNvSpPr>
            <a:spLocks noGrp="1"/>
          </p:cNvSpPr>
          <p:nvPr>
            <p:ph type="body" sz="quarter" idx="39" hasCustomPrompt="1"/>
          </p:nvPr>
        </p:nvSpPr>
        <p:spPr>
          <a:xfrm>
            <a:off x="948197" y="1718248"/>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7" name="Textplatzhalter 7">
            <a:extLst>
              <a:ext uri="{FF2B5EF4-FFF2-40B4-BE49-F238E27FC236}">
                <a16:creationId xmlns:a16="http://schemas.microsoft.com/office/drawing/2014/main" id="{1B668A37-7ED5-83A6-E00F-B9878B0C506D}"/>
              </a:ext>
            </a:extLst>
          </p:cNvPr>
          <p:cNvSpPr>
            <a:spLocks noGrp="1"/>
          </p:cNvSpPr>
          <p:nvPr>
            <p:ph type="body" sz="quarter" idx="40" hasCustomPrompt="1"/>
          </p:nvPr>
        </p:nvSpPr>
        <p:spPr>
          <a:xfrm>
            <a:off x="948197" y="2633576"/>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8" name="Textplatzhalter 7">
            <a:extLst>
              <a:ext uri="{FF2B5EF4-FFF2-40B4-BE49-F238E27FC236}">
                <a16:creationId xmlns:a16="http://schemas.microsoft.com/office/drawing/2014/main" id="{CE639F60-0C0F-4E45-49AC-01CB185EF623}"/>
              </a:ext>
            </a:extLst>
          </p:cNvPr>
          <p:cNvSpPr>
            <a:spLocks noGrp="1"/>
          </p:cNvSpPr>
          <p:nvPr>
            <p:ph type="body" sz="quarter" idx="41" hasCustomPrompt="1"/>
          </p:nvPr>
        </p:nvSpPr>
        <p:spPr>
          <a:xfrm>
            <a:off x="948197" y="2968473"/>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9" name="Textplatzhalter 7">
            <a:extLst>
              <a:ext uri="{FF2B5EF4-FFF2-40B4-BE49-F238E27FC236}">
                <a16:creationId xmlns:a16="http://schemas.microsoft.com/office/drawing/2014/main" id="{9AB7ECF0-20FD-ADDC-7AC1-531BAD325076}"/>
              </a:ext>
            </a:extLst>
          </p:cNvPr>
          <p:cNvSpPr>
            <a:spLocks noGrp="1"/>
          </p:cNvSpPr>
          <p:nvPr>
            <p:ph type="body" sz="quarter" idx="42" hasCustomPrompt="1"/>
          </p:nvPr>
        </p:nvSpPr>
        <p:spPr>
          <a:xfrm>
            <a:off x="948197" y="3870215"/>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11" name="Textplatzhalter 7">
            <a:extLst>
              <a:ext uri="{FF2B5EF4-FFF2-40B4-BE49-F238E27FC236}">
                <a16:creationId xmlns:a16="http://schemas.microsoft.com/office/drawing/2014/main" id="{2B85C975-07C3-6BE8-6838-F0BAC21370B3}"/>
              </a:ext>
            </a:extLst>
          </p:cNvPr>
          <p:cNvSpPr>
            <a:spLocks noGrp="1"/>
          </p:cNvSpPr>
          <p:nvPr>
            <p:ph type="body" sz="quarter" idx="43" hasCustomPrompt="1"/>
          </p:nvPr>
        </p:nvSpPr>
        <p:spPr>
          <a:xfrm>
            <a:off x="948197" y="4205112"/>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12" name="Textplatzhalter 7">
            <a:extLst>
              <a:ext uri="{FF2B5EF4-FFF2-40B4-BE49-F238E27FC236}">
                <a16:creationId xmlns:a16="http://schemas.microsoft.com/office/drawing/2014/main" id="{6B1F40D8-9B08-199A-0855-0D6267693F67}"/>
              </a:ext>
            </a:extLst>
          </p:cNvPr>
          <p:cNvSpPr>
            <a:spLocks noGrp="1"/>
          </p:cNvSpPr>
          <p:nvPr>
            <p:ph type="body" sz="quarter" idx="44" hasCustomPrompt="1"/>
          </p:nvPr>
        </p:nvSpPr>
        <p:spPr>
          <a:xfrm>
            <a:off x="948197" y="5122366"/>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14" name="Textplatzhalter 7">
            <a:extLst>
              <a:ext uri="{FF2B5EF4-FFF2-40B4-BE49-F238E27FC236}">
                <a16:creationId xmlns:a16="http://schemas.microsoft.com/office/drawing/2014/main" id="{216074B2-CC71-BAEC-EDA6-FFA236B86059}"/>
              </a:ext>
            </a:extLst>
          </p:cNvPr>
          <p:cNvSpPr>
            <a:spLocks noGrp="1"/>
          </p:cNvSpPr>
          <p:nvPr>
            <p:ph type="body" sz="quarter" idx="45" hasCustomPrompt="1"/>
          </p:nvPr>
        </p:nvSpPr>
        <p:spPr>
          <a:xfrm>
            <a:off x="948197" y="5457263"/>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37" name="Textplatzhalter 7">
            <a:extLst>
              <a:ext uri="{FF2B5EF4-FFF2-40B4-BE49-F238E27FC236}">
                <a16:creationId xmlns:a16="http://schemas.microsoft.com/office/drawing/2014/main" id="{71BC8861-4B6F-693B-938D-99048C529A4F}"/>
              </a:ext>
            </a:extLst>
          </p:cNvPr>
          <p:cNvSpPr>
            <a:spLocks noGrp="1"/>
          </p:cNvSpPr>
          <p:nvPr>
            <p:ph type="body" sz="quarter" idx="46" hasCustomPrompt="1"/>
          </p:nvPr>
        </p:nvSpPr>
        <p:spPr>
          <a:xfrm>
            <a:off x="6179224" y="1383351"/>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38" name="Textplatzhalter 7">
            <a:extLst>
              <a:ext uri="{FF2B5EF4-FFF2-40B4-BE49-F238E27FC236}">
                <a16:creationId xmlns:a16="http://schemas.microsoft.com/office/drawing/2014/main" id="{DC1964C2-5014-1EE9-DB1F-1BE6B1DF8CF8}"/>
              </a:ext>
            </a:extLst>
          </p:cNvPr>
          <p:cNvSpPr>
            <a:spLocks noGrp="1"/>
          </p:cNvSpPr>
          <p:nvPr>
            <p:ph type="body" sz="quarter" idx="47" hasCustomPrompt="1"/>
          </p:nvPr>
        </p:nvSpPr>
        <p:spPr>
          <a:xfrm>
            <a:off x="6179224" y="1718248"/>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39" name="Textplatzhalter 7">
            <a:extLst>
              <a:ext uri="{FF2B5EF4-FFF2-40B4-BE49-F238E27FC236}">
                <a16:creationId xmlns:a16="http://schemas.microsoft.com/office/drawing/2014/main" id="{EC13B6E9-9DB6-920A-F07F-A7B22F650460}"/>
              </a:ext>
            </a:extLst>
          </p:cNvPr>
          <p:cNvSpPr>
            <a:spLocks noGrp="1"/>
          </p:cNvSpPr>
          <p:nvPr>
            <p:ph type="body" sz="quarter" idx="48" hasCustomPrompt="1"/>
          </p:nvPr>
        </p:nvSpPr>
        <p:spPr>
          <a:xfrm>
            <a:off x="6179224" y="2625338"/>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40" name="Textplatzhalter 7">
            <a:extLst>
              <a:ext uri="{FF2B5EF4-FFF2-40B4-BE49-F238E27FC236}">
                <a16:creationId xmlns:a16="http://schemas.microsoft.com/office/drawing/2014/main" id="{04E57845-EB65-9C16-E331-D4B3B724C496}"/>
              </a:ext>
            </a:extLst>
          </p:cNvPr>
          <p:cNvSpPr>
            <a:spLocks noGrp="1"/>
          </p:cNvSpPr>
          <p:nvPr>
            <p:ph type="body" sz="quarter" idx="49" hasCustomPrompt="1"/>
          </p:nvPr>
        </p:nvSpPr>
        <p:spPr>
          <a:xfrm>
            <a:off x="6179224" y="2960235"/>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41" name="Textplatzhalter 7">
            <a:extLst>
              <a:ext uri="{FF2B5EF4-FFF2-40B4-BE49-F238E27FC236}">
                <a16:creationId xmlns:a16="http://schemas.microsoft.com/office/drawing/2014/main" id="{FF52FEAE-975D-A2B4-A207-7FC074711C6E}"/>
              </a:ext>
            </a:extLst>
          </p:cNvPr>
          <p:cNvSpPr>
            <a:spLocks noGrp="1"/>
          </p:cNvSpPr>
          <p:nvPr>
            <p:ph type="body" sz="quarter" idx="50" hasCustomPrompt="1"/>
          </p:nvPr>
        </p:nvSpPr>
        <p:spPr>
          <a:xfrm>
            <a:off x="6179224" y="3870215"/>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42" name="Textplatzhalter 7">
            <a:extLst>
              <a:ext uri="{FF2B5EF4-FFF2-40B4-BE49-F238E27FC236}">
                <a16:creationId xmlns:a16="http://schemas.microsoft.com/office/drawing/2014/main" id="{8B036221-184E-4984-F495-6B2165373636}"/>
              </a:ext>
            </a:extLst>
          </p:cNvPr>
          <p:cNvSpPr>
            <a:spLocks noGrp="1"/>
          </p:cNvSpPr>
          <p:nvPr>
            <p:ph type="body" sz="quarter" idx="51" hasCustomPrompt="1"/>
          </p:nvPr>
        </p:nvSpPr>
        <p:spPr>
          <a:xfrm>
            <a:off x="6179224" y="4205112"/>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43" name="Textplatzhalter 7">
            <a:extLst>
              <a:ext uri="{FF2B5EF4-FFF2-40B4-BE49-F238E27FC236}">
                <a16:creationId xmlns:a16="http://schemas.microsoft.com/office/drawing/2014/main" id="{89EDCFD2-62B6-FFFE-8069-F2E3EA5B09C0}"/>
              </a:ext>
            </a:extLst>
          </p:cNvPr>
          <p:cNvSpPr>
            <a:spLocks noGrp="1"/>
          </p:cNvSpPr>
          <p:nvPr>
            <p:ph type="body" sz="quarter" idx="52" hasCustomPrompt="1"/>
          </p:nvPr>
        </p:nvSpPr>
        <p:spPr>
          <a:xfrm>
            <a:off x="6179224" y="5114128"/>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44" name="Textplatzhalter 7">
            <a:extLst>
              <a:ext uri="{FF2B5EF4-FFF2-40B4-BE49-F238E27FC236}">
                <a16:creationId xmlns:a16="http://schemas.microsoft.com/office/drawing/2014/main" id="{96A1681D-D3C2-F236-3FCB-ADA2F78E4685}"/>
              </a:ext>
            </a:extLst>
          </p:cNvPr>
          <p:cNvSpPr>
            <a:spLocks noGrp="1"/>
          </p:cNvSpPr>
          <p:nvPr>
            <p:ph type="body" sz="quarter" idx="53" hasCustomPrompt="1"/>
          </p:nvPr>
        </p:nvSpPr>
        <p:spPr>
          <a:xfrm>
            <a:off x="6179224" y="5449025"/>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6" name="Fußzeilenplatzhalter 5">
            <a:extLst>
              <a:ext uri="{FF2B5EF4-FFF2-40B4-BE49-F238E27FC236}">
                <a16:creationId xmlns:a16="http://schemas.microsoft.com/office/drawing/2014/main" id="{14D1F1D7-D153-10D9-5D83-EDBECBFBE2BA}"/>
              </a:ext>
            </a:extLst>
          </p:cNvPr>
          <p:cNvSpPr>
            <a:spLocks noGrp="1"/>
          </p:cNvSpPr>
          <p:nvPr>
            <p:ph type="ftr" sz="quarter" idx="54"/>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13" name="Foliennummernplatzhalter 12">
            <a:extLst>
              <a:ext uri="{FF2B5EF4-FFF2-40B4-BE49-F238E27FC236}">
                <a16:creationId xmlns:a16="http://schemas.microsoft.com/office/drawing/2014/main" id="{DB7217EE-C282-74BC-A5D2-F529EDD9E0FF}"/>
              </a:ext>
            </a:extLst>
          </p:cNvPr>
          <p:cNvSpPr>
            <a:spLocks noGrp="1"/>
          </p:cNvSpPr>
          <p:nvPr>
            <p:ph type="sldNum" sz="quarter" idx="55"/>
          </p:nvPr>
        </p:nvSpPr>
        <p:spPr/>
        <p:txBody>
          <a:bodyPr/>
          <a:lstStyle/>
          <a:p>
            <a:fld id="{BA161025-98FF-4C1D-96AB-5CF6019945BE}" type="slidenum">
              <a:rPr lang="en-US" smtClean="0"/>
              <a:pPr/>
              <a:t>‹#›</a:t>
            </a:fld>
            <a:endParaRPr lang="en-US" dirty="0"/>
          </a:p>
        </p:txBody>
      </p:sp>
    </p:spTree>
    <p:extLst>
      <p:ext uri="{BB962C8B-B14F-4D97-AF65-F5344CB8AC3E}">
        <p14:creationId xmlns:p14="http://schemas.microsoft.com/office/powerpoint/2010/main" val="111888107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21A31ED-9A54-C485-D5A2-225C0B10DC7C}"/>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Agenda</a:t>
            </a:r>
          </a:p>
        </p:txBody>
      </p:sp>
      <p:sp>
        <p:nvSpPr>
          <p:cNvPr id="4" name="Textplatzhalter 3">
            <a:extLst>
              <a:ext uri="{FF2B5EF4-FFF2-40B4-BE49-F238E27FC236}">
                <a16:creationId xmlns:a16="http://schemas.microsoft.com/office/drawing/2014/main" id="{C8FDB41A-E4FF-8372-93B7-9E4E09A15F10}"/>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sp>
        <p:nvSpPr>
          <p:cNvPr id="6" name="Fußzeilenplatzhalter 5">
            <a:extLst>
              <a:ext uri="{FF2B5EF4-FFF2-40B4-BE49-F238E27FC236}">
                <a16:creationId xmlns:a16="http://schemas.microsoft.com/office/drawing/2014/main" id="{14D1F1D7-D153-10D9-5D83-EDBECBFBE2BA}"/>
              </a:ext>
            </a:extLst>
          </p:cNvPr>
          <p:cNvSpPr>
            <a:spLocks noGrp="1"/>
          </p:cNvSpPr>
          <p:nvPr>
            <p:ph type="ftr" sz="quarter" idx="54"/>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13" name="Foliennummernplatzhalter 12">
            <a:extLst>
              <a:ext uri="{FF2B5EF4-FFF2-40B4-BE49-F238E27FC236}">
                <a16:creationId xmlns:a16="http://schemas.microsoft.com/office/drawing/2014/main" id="{DB7217EE-C282-74BC-A5D2-F529EDD9E0FF}"/>
              </a:ext>
            </a:extLst>
          </p:cNvPr>
          <p:cNvSpPr>
            <a:spLocks noGrp="1"/>
          </p:cNvSpPr>
          <p:nvPr>
            <p:ph type="sldNum" sz="quarter" idx="55"/>
          </p:nvPr>
        </p:nvSpPr>
        <p:spPr/>
        <p:txBody>
          <a:bodyPr/>
          <a:lstStyle/>
          <a:p>
            <a:fld id="{BA161025-98FF-4C1D-96AB-5CF6019945BE}" type="slidenum">
              <a:rPr lang="en-US" smtClean="0"/>
              <a:pPr/>
              <a:t>‹#›</a:t>
            </a:fld>
            <a:endParaRPr lang="en-US" dirty="0"/>
          </a:p>
        </p:txBody>
      </p:sp>
      <p:sp>
        <p:nvSpPr>
          <p:cNvPr id="15" name="Textplatzhalter 2">
            <a:extLst>
              <a:ext uri="{FF2B5EF4-FFF2-40B4-BE49-F238E27FC236}">
                <a16:creationId xmlns:a16="http://schemas.microsoft.com/office/drawing/2014/main" id="{F2717EB4-18F2-0496-4102-8D3C8884455E}"/>
              </a:ext>
            </a:extLst>
          </p:cNvPr>
          <p:cNvSpPr>
            <a:spLocks noGrp="1"/>
          </p:cNvSpPr>
          <p:nvPr>
            <p:ph type="body" sz="quarter" idx="10" hasCustomPrompt="1"/>
          </p:nvPr>
        </p:nvSpPr>
        <p:spPr>
          <a:xfrm>
            <a:off x="292897" y="1376363"/>
            <a:ext cx="63863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01</a:t>
            </a:r>
          </a:p>
        </p:txBody>
      </p:sp>
      <p:sp>
        <p:nvSpPr>
          <p:cNvPr id="17" name="Textplatzhalter 2">
            <a:extLst>
              <a:ext uri="{FF2B5EF4-FFF2-40B4-BE49-F238E27FC236}">
                <a16:creationId xmlns:a16="http://schemas.microsoft.com/office/drawing/2014/main" id="{68A079AC-DF75-8222-0F58-B248A57774A0}"/>
              </a:ext>
            </a:extLst>
          </p:cNvPr>
          <p:cNvSpPr>
            <a:spLocks noGrp="1"/>
          </p:cNvSpPr>
          <p:nvPr>
            <p:ph type="body" sz="quarter" idx="11" hasCustomPrompt="1"/>
          </p:nvPr>
        </p:nvSpPr>
        <p:spPr>
          <a:xfrm>
            <a:off x="931527" y="137636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dirty="0"/>
              <a:t>Topic Headline</a:t>
            </a:r>
          </a:p>
        </p:txBody>
      </p:sp>
      <p:sp>
        <p:nvSpPr>
          <p:cNvPr id="20" name="Textplatzhalter 2">
            <a:extLst>
              <a:ext uri="{FF2B5EF4-FFF2-40B4-BE49-F238E27FC236}">
                <a16:creationId xmlns:a16="http://schemas.microsoft.com/office/drawing/2014/main" id="{0DE2E73E-DD63-0B98-EFF7-7BA066AB370F}"/>
              </a:ext>
            </a:extLst>
          </p:cNvPr>
          <p:cNvSpPr>
            <a:spLocks noGrp="1"/>
          </p:cNvSpPr>
          <p:nvPr>
            <p:ph type="body" sz="quarter" idx="12" hasCustomPrompt="1"/>
          </p:nvPr>
        </p:nvSpPr>
        <p:spPr>
          <a:xfrm>
            <a:off x="5520673" y="1376363"/>
            <a:ext cx="648633"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05</a:t>
            </a:r>
          </a:p>
        </p:txBody>
      </p:sp>
      <p:sp>
        <p:nvSpPr>
          <p:cNvPr id="21" name="Textplatzhalter 2">
            <a:extLst>
              <a:ext uri="{FF2B5EF4-FFF2-40B4-BE49-F238E27FC236}">
                <a16:creationId xmlns:a16="http://schemas.microsoft.com/office/drawing/2014/main" id="{961EA5EE-719E-3C27-8AFF-2F02DC6E14A0}"/>
              </a:ext>
            </a:extLst>
          </p:cNvPr>
          <p:cNvSpPr>
            <a:spLocks noGrp="1"/>
          </p:cNvSpPr>
          <p:nvPr>
            <p:ph type="body" sz="quarter" idx="13" hasCustomPrompt="1"/>
          </p:nvPr>
        </p:nvSpPr>
        <p:spPr>
          <a:xfrm>
            <a:off x="6159303" y="1376363"/>
            <a:ext cx="4092109" cy="615553"/>
          </a:xfrm>
          <a:prstGeom prst="rect">
            <a:avLst/>
          </a:prstGeom>
        </p:spPr>
        <p:txBody>
          <a:bodyPr anchor="ctr">
            <a:noAutofit/>
          </a:bodyPr>
          <a:lstStyle>
            <a:lvl1pPr marL="0" indent="0">
              <a:buNone/>
              <a:defRPr sz="1800">
                <a:solidFill>
                  <a:schemeClr val="tx1"/>
                </a:solidFill>
              </a:defRPr>
            </a:lvl1pPr>
            <a:lvl5pPr>
              <a:defRPr/>
            </a:lvl5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de-DE" dirty="0"/>
              <a:t>Topic Headline</a:t>
            </a:r>
          </a:p>
        </p:txBody>
      </p:sp>
      <p:sp>
        <p:nvSpPr>
          <p:cNvPr id="24" name="Textplatzhalter 2">
            <a:extLst>
              <a:ext uri="{FF2B5EF4-FFF2-40B4-BE49-F238E27FC236}">
                <a16:creationId xmlns:a16="http://schemas.microsoft.com/office/drawing/2014/main" id="{5F72D9BC-C18A-0C8D-A2B8-F1628145F1EC}"/>
              </a:ext>
            </a:extLst>
          </p:cNvPr>
          <p:cNvSpPr>
            <a:spLocks noGrp="1"/>
          </p:cNvSpPr>
          <p:nvPr>
            <p:ph type="body" sz="quarter" idx="14" hasCustomPrompt="1"/>
          </p:nvPr>
        </p:nvSpPr>
        <p:spPr>
          <a:xfrm>
            <a:off x="292897" y="2624983"/>
            <a:ext cx="63863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02</a:t>
            </a:r>
          </a:p>
        </p:txBody>
      </p:sp>
      <p:sp>
        <p:nvSpPr>
          <p:cNvPr id="26" name="Textplatzhalter 2">
            <a:extLst>
              <a:ext uri="{FF2B5EF4-FFF2-40B4-BE49-F238E27FC236}">
                <a16:creationId xmlns:a16="http://schemas.microsoft.com/office/drawing/2014/main" id="{AA4C78CF-D942-C6B3-229E-E8ADB40B876E}"/>
              </a:ext>
            </a:extLst>
          </p:cNvPr>
          <p:cNvSpPr>
            <a:spLocks noGrp="1"/>
          </p:cNvSpPr>
          <p:nvPr>
            <p:ph type="body" sz="quarter" idx="15" hasCustomPrompt="1"/>
          </p:nvPr>
        </p:nvSpPr>
        <p:spPr>
          <a:xfrm>
            <a:off x="931527" y="262498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dirty="0"/>
              <a:t>Topic Headline</a:t>
            </a:r>
          </a:p>
        </p:txBody>
      </p:sp>
      <p:sp>
        <p:nvSpPr>
          <p:cNvPr id="29" name="Textplatzhalter 2">
            <a:extLst>
              <a:ext uri="{FF2B5EF4-FFF2-40B4-BE49-F238E27FC236}">
                <a16:creationId xmlns:a16="http://schemas.microsoft.com/office/drawing/2014/main" id="{00A905DE-7E91-82F4-F43C-A51DFE8454D1}"/>
              </a:ext>
            </a:extLst>
          </p:cNvPr>
          <p:cNvSpPr>
            <a:spLocks noGrp="1"/>
          </p:cNvSpPr>
          <p:nvPr>
            <p:ph type="body" sz="quarter" idx="16" hasCustomPrompt="1"/>
          </p:nvPr>
        </p:nvSpPr>
        <p:spPr>
          <a:xfrm>
            <a:off x="5520673" y="2624983"/>
            <a:ext cx="63863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06</a:t>
            </a:r>
          </a:p>
        </p:txBody>
      </p:sp>
      <p:sp>
        <p:nvSpPr>
          <p:cNvPr id="30" name="Textplatzhalter 2">
            <a:extLst>
              <a:ext uri="{FF2B5EF4-FFF2-40B4-BE49-F238E27FC236}">
                <a16:creationId xmlns:a16="http://schemas.microsoft.com/office/drawing/2014/main" id="{67B03896-9A38-E3BF-379A-B5E25F52DB3C}"/>
              </a:ext>
            </a:extLst>
          </p:cNvPr>
          <p:cNvSpPr>
            <a:spLocks noGrp="1"/>
          </p:cNvSpPr>
          <p:nvPr>
            <p:ph type="body" sz="quarter" idx="17" hasCustomPrompt="1"/>
          </p:nvPr>
        </p:nvSpPr>
        <p:spPr>
          <a:xfrm>
            <a:off x="6159303" y="2624983"/>
            <a:ext cx="4092109" cy="615553"/>
          </a:xfrm>
          <a:prstGeom prst="rect">
            <a:avLst/>
          </a:prstGeom>
        </p:spPr>
        <p:txBody>
          <a:bodyPr anchor="ctr">
            <a:noAutofit/>
          </a:bodyPr>
          <a:lstStyle>
            <a:lvl1pPr marL="0" indent="0">
              <a:buNone/>
              <a:defRPr sz="1800">
                <a:solidFill>
                  <a:schemeClr val="tx1"/>
                </a:solidFill>
              </a:defRPr>
            </a:lvl1pPr>
            <a:lvl5pPr>
              <a:defRPr/>
            </a:lvl5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de-DE" dirty="0"/>
              <a:t>Topic Headline</a:t>
            </a:r>
          </a:p>
        </p:txBody>
      </p:sp>
      <p:sp>
        <p:nvSpPr>
          <p:cNvPr id="33" name="Textplatzhalter 2">
            <a:extLst>
              <a:ext uri="{FF2B5EF4-FFF2-40B4-BE49-F238E27FC236}">
                <a16:creationId xmlns:a16="http://schemas.microsoft.com/office/drawing/2014/main" id="{04304968-12AC-94C4-9422-37CB7A931322}"/>
              </a:ext>
            </a:extLst>
          </p:cNvPr>
          <p:cNvSpPr>
            <a:spLocks noGrp="1"/>
          </p:cNvSpPr>
          <p:nvPr>
            <p:ph type="body" sz="quarter" idx="18" hasCustomPrompt="1"/>
          </p:nvPr>
        </p:nvSpPr>
        <p:spPr>
          <a:xfrm>
            <a:off x="292897" y="3873603"/>
            <a:ext cx="63863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03</a:t>
            </a:r>
          </a:p>
        </p:txBody>
      </p:sp>
      <p:sp>
        <p:nvSpPr>
          <p:cNvPr id="35" name="Textplatzhalter 2">
            <a:extLst>
              <a:ext uri="{FF2B5EF4-FFF2-40B4-BE49-F238E27FC236}">
                <a16:creationId xmlns:a16="http://schemas.microsoft.com/office/drawing/2014/main" id="{A657CB8D-C1A4-03C2-174E-9EF542A8CBFD}"/>
              </a:ext>
            </a:extLst>
          </p:cNvPr>
          <p:cNvSpPr>
            <a:spLocks noGrp="1"/>
          </p:cNvSpPr>
          <p:nvPr>
            <p:ph type="body" sz="quarter" idx="19" hasCustomPrompt="1"/>
          </p:nvPr>
        </p:nvSpPr>
        <p:spPr>
          <a:xfrm>
            <a:off x="931527" y="387360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dirty="0"/>
              <a:t>Topic Headline</a:t>
            </a:r>
          </a:p>
        </p:txBody>
      </p:sp>
      <p:sp>
        <p:nvSpPr>
          <p:cNvPr id="45" name="Textplatzhalter 2">
            <a:extLst>
              <a:ext uri="{FF2B5EF4-FFF2-40B4-BE49-F238E27FC236}">
                <a16:creationId xmlns:a16="http://schemas.microsoft.com/office/drawing/2014/main" id="{8575DA9D-96DB-7CDC-B05A-E595C75E2D2B}"/>
              </a:ext>
            </a:extLst>
          </p:cNvPr>
          <p:cNvSpPr>
            <a:spLocks noGrp="1"/>
          </p:cNvSpPr>
          <p:nvPr>
            <p:ph type="body" sz="quarter" idx="20" hasCustomPrompt="1"/>
          </p:nvPr>
        </p:nvSpPr>
        <p:spPr>
          <a:xfrm>
            <a:off x="5520673" y="3873603"/>
            <a:ext cx="63863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07</a:t>
            </a:r>
          </a:p>
        </p:txBody>
      </p:sp>
      <p:sp>
        <p:nvSpPr>
          <p:cNvPr id="46" name="Textplatzhalter 2">
            <a:extLst>
              <a:ext uri="{FF2B5EF4-FFF2-40B4-BE49-F238E27FC236}">
                <a16:creationId xmlns:a16="http://schemas.microsoft.com/office/drawing/2014/main" id="{DB6DC8CC-8642-656E-944A-E77650D7E848}"/>
              </a:ext>
            </a:extLst>
          </p:cNvPr>
          <p:cNvSpPr>
            <a:spLocks noGrp="1"/>
          </p:cNvSpPr>
          <p:nvPr>
            <p:ph type="body" sz="quarter" idx="21" hasCustomPrompt="1"/>
          </p:nvPr>
        </p:nvSpPr>
        <p:spPr>
          <a:xfrm>
            <a:off x="6159303" y="3873603"/>
            <a:ext cx="4092109" cy="615553"/>
          </a:xfrm>
          <a:prstGeom prst="rect">
            <a:avLst/>
          </a:prstGeom>
        </p:spPr>
        <p:txBody>
          <a:bodyPr anchor="ctr">
            <a:noAutofit/>
          </a:bodyPr>
          <a:lstStyle>
            <a:lvl1pPr marL="0" indent="0">
              <a:buNone/>
              <a:defRPr sz="1800">
                <a:solidFill>
                  <a:schemeClr val="tx1"/>
                </a:solidFill>
              </a:defRPr>
            </a:lvl1pPr>
            <a:lvl5pPr>
              <a:defRPr/>
            </a:lvl5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de-DE" dirty="0"/>
              <a:t>Topic Headline</a:t>
            </a:r>
          </a:p>
        </p:txBody>
      </p:sp>
      <p:sp>
        <p:nvSpPr>
          <p:cNvPr id="48" name="Textplatzhalter 2">
            <a:extLst>
              <a:ext uri="{FF2B5EF4-FFF2-40B4-BE49-F238E27FC236}">
                <a16:creationId xmlns:a16="http://schemas.microsoft.com/office/drawing/2014/main" id="{ECD39943-3B83-519D-8500-55C67A25F497}"/>
              </a:ext>
            </a:extLst>
          </p:cNvPr>
          <p:cNvSpPr>
            <a:spLocks noGrp="1"/>
          </p:cNvSpPr>
          <p:nvPr>
            <p:ph type="body" sz="quarter" idx="22" hasCustomPrompt="1"/>
          </p:nvPr>
        </p:nvSpPr>
        <p:spPr>
          <a:xfrm>
            <a:off x="292897" y="5122222"/>
            <a:ext cx="63863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04</a:t>
            </a:r>
          </a:p>
        </p:txBody>
      </p:sp>
      <p:sp>
        <p:nvSpPr>
          <p:cNvPr id="49" name="Textplatzhalter 2">
            <a:extLst>
              <a:ext uri="{FF2B5EF4-FFF2-40B4-BE49-F238E27FC236}">
                <a16:creationId xmlns:a16="http://schemas.microsoft.com/office/drawing/2014/main" id="{EB650AE6-F8C8-E125-7F23-084714B7087D}"/>
              </a:ext>
            </a:extLst>
          </p:cNvPr>
          <p:cNvSpPr>
            <a:spLocks noGrp="1"/>
          </p:cNvSpPr>
          <p:nvPr>
            <p:ph type="body" sz="quarter" idx="23" hasCustomPrompt="1"/>
          </p:nvPr>
        </p:nvSpPr>
        <p:spPr>
          <a:xfrm>
            <a:off x="931527" y="5122222"/>
            <a:ext cx="4092109" cy="615553"/>
          </a:xfrm>
          <a:prstGeom prst="rect">
            <a:avLst/>
          </a:prstGeom>
        </p:spPr>
        <p:txBody>
          <a:bodyPr anchor="ctr">
            <a:noAutofit/>
          </a:bodyPr>
          <a:lstStyle>
            <a:lvl1pPr marL="0" indent="0">
              <a:buNone/>
              <a:defRPr sz="1800">
                <a:solidFill>
                  <a:schemeClr val="tx1"/>
                </a:solidFill>
              </a:defRPr>
            </a:lvl1pPr>
            <a:lvl5pPr>
              <a:defRPr/>
            </a:lvl5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de-DE" dirty="0"/>
              <a:t>Topic Headline</a:t>
            </a:r>
          </a:p>
        </p:txBody>
      </p:sp>
      <p:sp>
        <p:nvSpPr>
          <p:cNvPr id="51" name="Textplatzhalter 2">
            <a:extLst>
              <a:ext uri="{FF2B5EF4-FFF2-40B4-BE49-F238E27FC236}">
                <a16:creationId xmlns:a16="http://schemas.microsoft.com/office/drawing/2014/main" id="{28764D51-F129-2567-4AEA-34CDB1E360C9}"/>
              </a:ext>
            </a:extLst>
          </p:cNvPr>
          <p:cNvSpPr>
            <a:spLocks noGrp="1"/>
          </p:cNvSpPr>
          <p:nvPr>
            <p:ph type="body" sz="quarter" idx="24" hasCustomPrompt="1"/>
          </p:nvPr>
        </p:nvSpPr>
        <p:spPr>
          <a:xfrm>
            <a:off x="5520673" y="5122222"/>
            <a:ext cx="638630"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08</a:t>
            </a:r>
          </a:p>
        </p:txBody>
      </p:sp>
      <p:sp>
        <p:nvSpPr>
          <p:cNvPr id="52" name="Textplatzhalter 2">
            <a:extLst>
              <a:ext uri="{FF2B5EF4-FFF2-40B4-BE49-F238E27FC236}">
                <a16:creationId xmlns:a16="http://schemas.microsoft.com/office/drawing/2014/main" id="{DCBD943C-7C46-C915-031A-6A1C34239074}"/>
              </a:ext>
            </a:extLst>
          </p:cNvPr>
          <p:cNvSpPr>
            <a:spLocks noGrp="1"/>
          </p:cNvSpPr>
          <p:nvPr>
            <p:ph type="body" sz="quarter" idx="25" hasCustomPrompt="1"/>
          </p:nvPr>
        </p:nvSpPr>
        <p:spPr>
          <a:xfrm>
            <a:off x="6159303" y="5122222"/>
            <a:ext cx="4092109" cy="615553"/>
          </a:xfrm>
          <a:prstGeom prst="rect">
            <a:avLst/>
          </a:prstGeom>
        </p:spPr>
        <p:txBody>
          <a:bodyPr anchor="ctr">
            <a:noAutofit/>
          </a:bodyPr>
          <a:lstStyle>
            <a:lvl1pPr marL="0" indent="0">
              <a:buNone/>
              <a:defRPr sz="1800">
                <a:solidFill>
                  <a:schemeClr val="tx1"/>
                </a:solidFill>
              </a:defRPr>
            </a:lvl1pPr>
            <a:lvl5pPr>
              <a:defRPr/>
            </a:lvl5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de-DE" dirty="0"/>
              <a:t>Topic Headline</a:t>
            </a:r>
          </a:p>
        </p:txBody>
      </p:sp>
    </p:spTree>
    <p:extLst>
      <p:ext uri="{BB962C8B-B14F-4D97-AF65-F5344CB8AC3E}">
        <p14:creationId xmlns:p14="http://schemas.microsoft.com/office/powerpoint/2010/main" val="144398124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3">
    <p:spTree>
      <p:nvGrpSpPr>
        <p:cNvPr id="1" name=""/>
        <p:cNvGrpSpPr/>
        <p:nvPr/>
      </p:nvGrpSpPr>
      <p:grpSpPr>
        <a:xfrm>
          <a:off x="0" y="0"/>
          <a:ext cx="0" cy="0"/>
          <a:chOff x="0" y="0"/>
          <a:chExt cx="0" cy="0"/>
        </a:xfrm>
      </p:grpSpPr>
      <p:sp>
        <p:nvSpPr>
          <p:cNvPr id="15" name="Freihandform 14">
            <a:extLst>
              <a:ext uri="{FF2B5EF4-FFF2-40B4-BE49-F238E27FC236}">
                <a16:creationId xmlns:a16="http://schemas.microsoft.com/office/drawing/2014/main" id="{856EE697-54A4-41CE-B37C-5E77CF4E3168}"/>
              </a:ext>
            </a:extLst>
          </p:cNvPr>
          <p:cNvSpPr/>
          <p:nvPr userDrawn="1"/>
        </p:nvSpPr>
        <p:spPr>
          <a:xfrm>
            <a:off x="5307478" y="1376363"/>
            <a:ext cx="6593435" cy="4860925"/>
          </a:xfrm>
          <a:custGeom>
            <a:avLst/>
            <a:gdLst>
              <a:gd name="connsiteX0" fmla="*/ 0 w 6620460"/>
              <a:gd name="connsiteY0" fmla="*/ 0 h 4860925"/>
              <a:gd name="connsiteX1" fmla="*/ 5819346 w 6620460"/>
              <a:gd name="connsiteY1" fmla="*/ 0 h 4860925"/>
              <a:gd name="connsiteX2" fmla="*/ 5819346 w 6620460"/>
              <a:gd name="connsiteY2" fmla="*/ 3278604 h 4860925"/>
              <a:gd name="connsiteX3" fmla="*/ 5827584 w 6620460"/>
              <a:gd name="connsiteY3" fmla="*/ 3278188 h 4860925"/>
              <a:gd name="connsiteX4" fmla="*/ 5827584 w 6620460"/>
              <a:gd name="connsiteY4" fmla="*/ 0 h 4860925"/>
              <a:gd name="connsiteX5" fmla="*/ 6614663 w 6620460"/>
              <a:gd name="connsiteY5" fmla="*/ 0 h 4860925"/>
              <a:gd name="connsiteX6" fmla="*/ 6614663 w 6620460"/>
              <a:gd name="connsiteY6" fmla="*/ 4009961 h 4860925"/>
              <a:gd name="connsiteX7" fmla="*/ 6620460 w 6620460"/>
              <a:gd name="connsiteY7" fmla="*/ 4067466 h 4860925"/>
              <a:gd name="connsiteX8" fmla="*/ 5831009 w 6620460"/>
              <a:gd name="connsiteY8" fmla="*/ 4856917 h 4860925"/>
              <a:gd name="connsiteX9" fmla="*/ 5819346 w 6620460"/>
              <a:gd name="connsiteY9" fmla="*/ 4856328 h 4860925"/>
              <a:gd name="connsiteX10" fmla="*/ 5819346 w 6620460"/>
              <a:gd name="connsiteY10" fmla="*/ 4860925 h 4860925"/>
              <a:gd name="connsiteX11" fmla="*/ 0 w 6620460"/>
              <a:gd name="connsiteY11" fmla="*/ 4860925 h 486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20460" h="4860925">
                <a:moveTo>
                  <a:pt x="0" y="0"/>
                </a:moveTo>
                <a:lnTo>
                  <a:pt x="5819346" y="0"/>
                </a:lnTo>
                <a:lnTo>
                  <a:pt x="5819346" y="3278604"/>
                </a:lnTo>
                <a:lnTo>
                  <a:pt x="5827584" y="3278188"/>
                </a:lnTo>
                <a:lnTo>
                  <a:pt x="5827584" y="0"/>
                </a:lnTo>
                <a:lnTo>
                  <a:pt x="6614663" y="0"/>
                </a:lnTo>
                <a:lnTo>
                  <a:pt x="6614663" y="4009961"/>
                </a:lnTo>
                <a:lnTo>
                  <a:pt x="6620460" y="4067466"/>
                </a:lnTo>
                <a:cubicBezTo>
                  <a:pt x="6620460" y="4503468"/>
                  <a:pt x="6267011" y="4856917"/>
                  <a:pt x="5831009" y="4856917"/>
                </a:cubicBezTo>
                <a:lnTo>
                  <a:pt x="5819346" y="4856328"/>
                </a:lnTo>
                <a:lnTo>
                  <a:pt x="5819346" y="4860925"/>
                </a:lnTo>
                <a:lnTo>
                  <a:pt x="0" y="4860925"/>
                </a:lnTo>
                <a:close/>
              </a:path>
            </a:pathLst>
          </a:custGeom>
          <a:solidFill>
            <a:schemeClr val="bg2"/>
          </a:solidFill>
          <a:ln>
            <a:noFill/>
          </a:ln>
        </p:spPr>
        <p:txBody>
          <a:bodyPr vert="horz" wrap="square" lIns="72000" tIns="72000" rIns="72000" bIns="72000" rtlCol="0" anchor="ctr">
            <a:noAutofit/>
          </a:bodyPr>
          <a:lstStyle/>
          <a:p>
            <a:pPr algn="ctr">
              <a:spcBef>
                <a:spcPts val="600"/>
              </a:spcBef>
            </a:pPr>
            <a:endParaRPr lang="de-DE" sz="1200" dirty="0" err="1">
              <a:solidFill>
                <a:schemeClr val="bg1"/>
              </a:solidFill>
            </a:endParaRPr>
          </a:p>
        </p:txBody>
      </p:sp>
      <p:sp>
        <p:nvSpPr>
          <p:cNvPr id="4" name="Textplatzhalter 3">
            <a:extLst>
              <a:ext uri="{FF2B5EF4-FFF2-40B4-BE49-F238E27FC236}">
                <a16:creationId xmlns:a16="http://schemas.microsoft.com/office/drawing/2014/main" id="{C8FDB41A-E4FF-8372-93B7-9E4E09A15F10}"/>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pic>
        <p:nvPicPr>
          <p:cNvPr id="53" name="Grafik 52">
            <a:extLst>
              <a:ext uri="{FF2B5EF4-FFF2-40B4-BE49-F238E27FC236}">
                <a16:creationId xmlns:a16="http://schemas.microsoft.com/office/drawing/2014/main" id="{FB9A4609-BC3C-62EC-C992-F545C6E9FEB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425094" y="1"/>
            <a:ext cx="1472400" cy="895494"/>
          </a:xfrm>
          <a:prstGeom prst="rect">
            <a:avLst/>
          </a:prstGeom>
        </p:spPr>
      </p:pic>
      <p:sp>
        <p:nvSpPr>
          <p:cNvPr id="10" name="Textplatzhalter 2">
            <a:extLst>
              <a:ext uri="{FF2B5EF4-FFF2-40B4-BE49-F238E27FC236}">
                <a16:creationId xmlns:a16="http://schemas.microsoft.com/office/drawing/2014/main" id="{0A806D2D-358A-4191-A904-BA8509FF17C8}"/>
              </a:ext>
            </a:extLst>
          </p:cNvPr>
          <p:cNvSpPr>
            <a:spLocks noGrp="1"/>
          </p:cNvSpPr>
          <p:nvPr>
            <p:ph type="body" sz="quarter" idx="10" hasCustomPrompt="1"/>
          </p:nvPr>
        </p:nvSpPr>
        <p:spPr>
          <a:xfrm>
            <a:off x="5872024" y="1623503"/>
            <a:ext cx="643225"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01</a:t>
            </a:r>
          </a:p>
        </p:txBody>
      </p:sp>
      <p:sp>
        <p:nvSpPr>
          <p:cNvPr id="19" name="Textplatzhalter 2">
            <a:extLst>
              <a:ext uri="{FF2B5EF4-FFF2-40B4-BE49-F238E27FC236}">
                <a16:creationId xmlns:a16="http://schemas.microsoft.com/office/drawing/2014/main" id="{05894CA9-CDC7-4097-B014-E7E141D7FF44}"/>
              </a:ext>
            </a:extLst>
          </p:cNvPr>
          <p:cNvSpPr>
            <a:spLocks noGrp="1"/>
          </p:cNvSpPr>
          <p:nvPr>
            <p:ph type="body" sz="quarter" idx="14" hasCustomPrompt="1"/>
          </p:nvPr>
        </p:nvSpPr>
        <p:spPr>
          <a:xfrm>
            <a:off x="5872024" y="2570029"/>
            <a:ext cx="662442"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02</a:t>
            </a:r>
          </a:p>
        </p:txBody>
      </p:sp>
      <p:sp>
        <p:nvSpPr>
          <p:cNvPr id="25" name="Textplatzhalter 2">
            <a:extLst>
              <a:ext uri="{FF2B5EF4-FFF2-40B4-BE49-F238E27FC236}">
                <a16:creationId xmlns:a16="http://schemas.microsoft.com/office/drawing/2014/main" id="{C98ECF22-6CD2-48C3-84AB-33F5D804DE92}"/>
              </a:ext>
            </a:extLst>
          </p:cNvPr>
          <p:cNvSpPr>
            <a:spLocks noGrp="1"/>
          </p:cNvSpPr>
          <p:nvPr>
            <p:ph type="body" sz="quarter" idx="18" hasCustomPrompt="1"/>
          </p:nvPr>
        </p:nvSpPr>
        <p:spPr>
          <a:xfrm>
            <a:off x="5879166" y="4437593"/>
            <a:ext cx="655299"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04</a:t>
            </a:r>
          </a:p>
        </p:txBody>
      </p:sp>
      <p:sp>
        <p:nvSpPr>
          <p:cNvPr id="31" name="Textplatzhalter 2">
            <a:extLst>
              <a:ext uri="{FF2B5EF4-FFF2-40B4-BE49-F238E27FC236}">
                <a16:creationId xmlns:a16="http://schemas.microsoft.com/office/drawing/2014/main" id="{A3FCF77C-0C4F-4D36-8ADC-25F46E385607}"/>
              </a:ext>
            </a:extLst>
          </p:cNvPr>
          <p:cNvSpPr>
            <a:spLocks noGrp="1"/>
          </p:cNvSpPr>
          <p:nvPr>
            <p:ph type="body" sz="quarter" idx="22" hasCustomPrompt="1"/>
          </p:nvPr>
        </p:nvSpPr>
        <p:spPr>
          <a:xfrm>
            <a:off x="5872024" y="5369362"/>
            <a:ext cx="655299"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05</a:t>
            </a:r>
          </a:p>
        </p:txBody>
      </p:sp>
      <p:sp>
        <p:nvSpPr>
          <p:cNvPr id="3" name="Textplatzhalter 7">
            <a:extLst>
              <a:ext uri="{FF2B5EF4-FFF2-40B4-BE49-F238E27FC236}">
                <a16:creationId xmlns:a16="http://schemas.microsoft.com/office/drawing/2014/main" id="{01AB7A65-DD68-F6D6-8250-EB03DFE4B277}"/>
              </a:ext>
            </a:extLst>
          </p:cNvPr>
          <p:cNvSpPr>
            <a:spLocks noGrp="1"/>
          </p:cNvSpPr>
          <p:nvPr>
            <p:ph type="body" sz="quarter" idx="38" hasCustomPrompt="1"/>
          </p:nvPr>
        </p:nvSpPr>
        <p:spPr>
          <a:xfrm>
            <a:off x="6527324" y="1654241"/>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5" name="Textplatzhalter 7">
            <a:extLst>
              <a:ext uri="{FF2B5EF4-FFF2-40B4-BE49-F238E27FC236}">
                <a16:creationId xmlns:a16="http://schemas.microsoft.com/office/drawing/2014/main" id="{C6CFD946-D166-7F3F-9DE7-5FFEBF056317}"/>
              </a:ext>
            </a:extLst>
          </p:cNvPr>
          <p:cNvSpPr>
            <a:spLocks noGrp="1"/>
          </p:cNvSpPr>
          <p:nvPr>
            <p:ph type="body" sz="quarter" idx="39" hasCustomPrompt="1"/>
          </p:nvPr>
        </p:nvSpPr>
        <p:spPr>
          <a:xfrm>
            <a:off x="6527324" y="1989138"/>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7" name="Textplatzhalter 7">
            <a:extLst>
              <a:ext uri="{FF2B5EF4-FFF2-40B4-BE49-F238E27FC236}">
                <a16:creationId xmlns:a16="http://schemas.microsoft.com/office/drawing/2014/main" id="{1B668A37-7ED5-83A6-E00F-B9878B0C506D}"/>
              </a:ext>
            </a:extLst>
          </p:cNvPr>
          <p:cNvSpPr>
            <a:spLocks noGrp="1"/>
          </p:cNvSpPr>
          <p:nvPr>
            <p:ph type="body" sz="quarter" idx="40" hasCustomPrompt="1"/>
          </p:nvPr>
        </p:nvSpPr>
        <p:spPr>
          <a:xfrm>
            <a:off x="6527324" y="2554872"/>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8" name="Textplatzhalter 7">
            <a:extLst>
              <a:ext uri="{FF2B5EF4-FFF2-40B4-BE49-F238E27FC236}">
                <a16:creationId xmlns:a16="http://schemas.microsoft.com/office/drawing/2014/main" id="{CE639F60-0C0F-4E45-49AC-01CB185EF623}"/>
              </a:ext>
            </a:extLst>
          </p:cNvPr>
          <p:cNvSpPr>
            <a:spLocks noGrp="1"/>
          </p:cNvSpPr>
          <p:nvPr>
            <p:ph type="body" sz="quarter" idx="41" hasCustomPrompt="1"/>
          </p:nvPr>
        </p:nvSpPr>
        <p:spPr>
          <a:xfrm>
            <a:off x="6527324" y="2889769"/>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9" name="Textplatzhalter 7">
            <a:extLst>
              <a:ext uri="{FF2B5EF4-FFF2-40B4-BE49-F238E27FC236}">
                <a16:creationId xmlns:a16="http://schemas.microsoft.com/office/drawing/2014/main" id="{9AB7ECF0-20FD-ADDC-7AC1-531BAD325076}"/>
              </a:ext>
            </a:extLst>
          </p:cNvPr>
          <p:cNvSpPr>
            <a:spLocks noGrp="1"/>
          </p:cNvSpPr>
          <p:nvPr>
            <p:ph type="body" sz="quarter" idx="42" hasCustomPrompt="1"/>
          </p:nvPr>
        </p:nvSpPr>
        <p:spPr>
          <a:xfrm>
            <a:off x="6534466" y="4434205"/>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11" name="Textplatzhalter 7">
            <a:extLst>
              <a:ext uri="{FF2B5EF4-FFF2-40B4-BE49-F238E27FC236}">
                <a16:creationId xmlns:a16="http://schemas.microsoft.com/office/drawing/2014/main" id="{2B85C975-07C3-6BE8-6838-F0BAC21370B3}"/>
              </a:ext>
            </a:extLst>
          </p:cNvPr>
          <p:cNvSpPr>
            <a:spLocks noGrp="1"/>
          </p:cNvSpPr>
          <p:nvPr>
            <p:ph type="body" sz="quarter" idx="43" hasCustomPrompt="1"/>
          </p:nvPr>
        </p:nvSpPr>
        <p:spPr>
          <a:xfrm>
            <a:off x="6534466" y="4769102"/>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12" name="Textplatzhalter 7">
            <a:extLst>
              <a:ext uri="{FF2B5EF4-FFF2-40B4-BE49-F238E27FC236}">
                <a16:creationId xmlns:a16="http://schemas.microsoft.com/office/drawing/2014/main" id="{6B1F40D8-9B08-199A-0855-0D6267693F67}"/>
              </a:ext>
            </a:extLst>
          </p:cNvPr>
          <p:cNvSpPr>
            <a:spLocks noGrp="1"/>
          </p:cNvSpPr>
          <p:nvPr>
            <p:ph type="body" sz="quarter" idx="44" hasCustomPrompt="1"/>
          </p:nvPr>
        </p:nvSpPr>
        <p:spPr>
          <a:xfrm>
            <a:off x="6527324" y="5369506"/>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14" name="Textplatzhalter 7">
            <a:extLst>
              <a:ext uri="{FF2B5EF4-FFF2-40B4-BE49-F238E27FC236}">
                <a16:creationId xmlns:a16="http://schemas.microsoft.com/office/drawing/2014/main" id="{216074B2-CC71-BAEC-EDA6-FFA236B86059}"/>
              </a:ext>
            </a:extLst>
          </p:cNvPr>
          <p:cNvSpPr>
            <a:spLocks noGrp="1"/>
          </p:cNvSpPr>
          <p:nvPr>
            <p:ph type="body" sz="quarter" idx="45" hasCustomPrompt="1"/>
          </p:nvPr>
        </p:nvSpPr>
        <p:spPr>
          <a:xfrm>
            <a:off x="6527324" y="5704403"/>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47" name="Textplatzhalter 2">
            <a:extLst>
              <a:ext uri="{FF2B5EF4-FFF2-40B4-BE49-F238E27FC236}">
                <a16:creationId xmlns:a16="http://schemas.microsoft.com/office/drawing/2014/main" id="{A47A68D7-E5FB-2A8C-C725-DE06F5F590FD}"/>
              </a:ext>
            </a:extLst>
          </p:cNvPr>
          <p:cNvSpPr>
            <a:spLocks noGrp="1"/>
          </p:cNvSpPr>
          <p:nvPr>
            <p:ph type="body" sz="quarter" idx="54" hasCustomPrompt="1"/>
          </p:nvPr>
        </p:nvSpPr>
        <p:spPr>
          <a:xfrm>
            <a:off x="5859949" y="3508447"/>
            <a:ext cx="655299" cy="615553"/>
          </a:xfrm>
          <a:prstGeom prst="rect">
            <a:avLst/>
          </a:prstGeom>
        </p:spPr>
        <p:txBody>
          <a:bodyPr anchor="ctr">
            <a:noAutofit/>
          </a:bodyPr>
          <a:lstStyle>
            <a:lvl1pPr marL="0" indent="0">
              <a:buNone/>
              <a:defRPr sz="3200">
                <a:solidFill>
                  <a:schemeClr val="accent1"/>
                </a:solidFill>
              </a:defRPr>
            </a:lvl1pPr>
            <a:lvl5pPr>
              <a:defRPr/>
            </a:lvl5pPr>
          </a:lstStyle>
          <a:p>
            <a:pPr lvl="0"/>
            <a:r>
              <a:rPr lang="de-DE" dirty="0"/>
              <a:t>03</a:t>
            </a:r>
          </a:p>
        </p:txBody>
      </p:sp>
      <p:sp>
        <p:nvSpPr>
          <p:cNvPr id="49" name="Textplatzhalter 7">
            <a:extLst>
              <a:ext uri="{FF2B5EF4-FFF2-40B4-BE49-F238E27FC236}">
                <a16:creationId xmlns:a16="http://schemas.microsoft.com/office/drawing/2014/main" id="{3B8040E3-77F0-F751-CCFE-A47E6D04112C}"/>
              </a:ext>
            </a:extLst>
          </p:cNvPr>
          <p:cNvSpPr>
            <a:spLocks noGrp="1"/>
          </p:cNvSpPr>
          <p:nvPr>
            <p:ph type="body" sz="quarter" idx="55" hasCustomPrompt="1"/>
          </p:nvPr>
        </p:nvSpPr>
        <p:spPr>
          <a:xfrm>
            <a:off x="6515249" y="3493290"/>
            <a:ext cx="4572476" cy="293856"/>
          </a:xfrm>
          <a:prstGeom prst="rect">
            <a:avLst/>
          </a:prstGeom>
        </p:spPr>
        <p:txBody>
          <a:bodyPr anchor="ctr"/>
          <a:lstStyle>
            <a:lvl1pPr marL="0" indent="0">
              <a:buNone/>
              <a:defRPr sz="1800">
                <a:solidFill>
                  <a:schemeClr val="tx1"/>
                </a:solidFill>
              </a:defRPr>
            </a:lvl1pPr>
          </a:lstStyle>
          <a:p>
            <a:pPr lvl="0"/>
            <a:r>
              <a:rPr lang="en-US" noProof="0" dirty="0"/>
              <a:t>Topic Headline</a:t>
            </a:r>
          </a:p>
        </p:txBody>
      </p:sp>
      <p:sp>
        <p:nvSpPr>
          <p:cNvPr id="50" name="Textplatzhalter 7">
            <a:extLst>
              <a:ext uri="{FF2B5EF4-FFF2-40B4-BE49-F238E27FC236}">
                <a16:creationId xmlns:a16="http://schemas.microsoft.com/office/drawing/2014/main" id="{CEA27853-68AC-C738-212D-99F8244E6ED3}"/>
              </a:ext>
            </a:extLst>
          </p:cNvPr>
          <p:cNvSpPr>
            <a:spLocks noGrp="1"/>
          </p:cNvSpPr>
          <p:nvPr>
            <p:ph type="body" sz="quarter" idx="56" hasCustomPrompt="1"/>
          </p:nvPr>
        </p:nvSpPr>
        <p:spPr>
          <a:xfrm>
            <a:off x="6515249" y="3828187"/>
            <a:ext cx="4572476" cy="266808"/>
          </a:xfrm>
          <a:prstGeom prst="rect">
            <a:avLst/>
          </a:prstGeom>
        </p:spPr>
        <p:txBody>
          <a:bodyPr anchor="ctr"/>
          <a:lstStyle>
            <a:lvl1pPr marL="0" indent="0">
              <a:buNone/>
              <a:defRPr sz="1500">
                <a:solidFill>
                  <a:schemeClr val="tx1"/>
                </a:solidFill>
              </a:defRPr>
            </a:lvl1pPr>
          </a:lstStyle>
          <a:p>
            <a:pPr lvl="0"/>
            <a:r>
              <a:rPr lang="en-US" noProof="0" dirty="0"/>
              <a:t>Briefly mention your main topics</a:t>
            </a:r>
          </a:p>
        </p:txBody>
      </p:sp>
      <p:sp>
        <p:nvSpPr>
          <p:cNvPr id="56" name="Bildplatzhalter 55">
            <a:extLst>
              <a:ext uri="{FF2B5EF4-FFF2-40B4-BE49-F238E27FC236}">
                <a16:creationId xmlns:a16="http://schemas.microsoft.com/office/drawing/2014/main" id="{DA63CAD0-BBE9-93F7-8DEB-54718317336B}"/>
              </a:ext>
            </a:extLst>
          </p:cNvPr>
          <p:cNvSpPr>
            <a:spLocks noGrp="1"/>
          </p:cNvSpPr>
          <p:nvPr>
            <p:ph type="pic" sz="quarter" idx="57" hasCustomPrompt="1"/>
          </p:nvPr>
        </p:nvSpPr>
        <p:spPr>
          <a:xfrm>
            <a:off x="298799" y="1376363"/>
            <a:ext cx="5008680" cy="4860925"/>
          </a:xfrm>
          <a:prstGeom prst="rect">
            <a:avLst/>
          </a:prstGeom>
        </p:spPr>
        <p:txBody>
          <a:bodyPr/>
          <a:lstStyle>
            <a:lvl1pPr algn="l">
              <a:defRPr sz="1200"/>
            </a:lvl1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en-US" dirty="0"/>
              <a:t>Add an image by clicking on the icon</a:t>
            </a:r>
            <a:endParaRPr lang="de-DE" dirty="0"/>
          </a:p>
        </p:txBody>
      </p:sp>
      <p:sp>
        <p:nvSpPr>
          <p:cNvPr id="2" name="Fußzeilenplatzhalter 1">
            <a:extLst>
              <a:ext uri="{FF2B5EF4-FFF2-40B4-BE49-F238E27FC236}">
                <a16:creationId xmlns:a16="http://schemas.microsoft.com/office/drawing/2014/main" id="{B09FC46E-1183-5E55-9E2C-F8AB58F77834}"/>
              </a:ext>
            </a:extLst>
          </p:cNvPr>
          <p:cNvSpPr>
            <a:spLocks noGrp="1"/>
          </p:cNvSpPr>
          <p:nvPr>
            <p:ph type="ftr" sz="quarter" idx="58"/>
          </p:nvPr>
        </p:nvSpPr>
        <p:spPr/>
        <p:txBody>
          <a:bodyPr/>
          <a:lstStyle/>
          <a:p>
            <a:r>
              <a:rPr lang="de-DE">
                <a:solidFill>
                  <a:schemeClr val="tx1"/>
                </a:solidFill>
              </a:rPr>
              <a:t>Presentation title | Confidentiality rating   © Diehl Aerospace – a Joint Diehl Thales Company</a:t>
            </a:r>
          </a:p>
          <a:p>
            <a:endParaRPr lang="de-DE" dirty="0"/>
          </a:p>
        </p:txBody>
      </p:sp>
      <p:sp>
        <p:nvSpPr>
          <p:cNvPr id="6" name="Foliennummernplatzhalter 5">
            <a:extLst>
              <a:ext uri="{FF2B5EF4-FFF2-40B4-BE49-F238E27FC236}">
                <a16:creationId xmlns:a16="http://schemas.microsoft.com/office/drawing/2014/main" id="{E2001337-0C24-AEBC-C08B-026BF24F1EE3}"/>
              </a:ext>
            </a:extLst>
          </p:cNvPr>
          <p:cNvSpPr>
            <a:spLocks noGrp="1"/>
          </p:cNvSpPr>
          <p:nvPr>
            <p:ph type="sldNum" sz="quarter" idx="59"/>
          </p:nvPr>
        </p:nvSpPr>
        <p:spPr/>
        <p:txBody>
          <a:bodyPr/>
          <a:lstStyle/>
          <a:p>
            <a:fld id="{BA161025-98FF-4C1D-96AB-5CF6019945BE}" type="slidenum">
              <a:rPr lang="en-US" smtClean="0"/>
              <a:pPr/>
              <a:t>‹#›</a:t>
            </a:fld>
            <a:endParaRPr lang="en-US" dirty="0"/>
          </a:p>
        </p:txBody>
      </p:sp>
      <p:sp>
        <p:nvSpPr>
          <p:cNvPr id="16" name="Titelplatzhalter 1">
            <a:extLst>
              <a:ext uri="{FF2B5EF4-FFF2-40B4-BE49-F238E27FC236}">
                <a16:creationId xmlns:a16="http://schemas.microsoft.com/office/drawing/2014/main" id="{795944AE-A56A-A08D-28D6-05BA37403C85}"/>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Agenda</a:t>
            </a:r>
          </a:p>
        </p:txBody>
      </p:sp>
    </p:spTree>
    <p:extLst>
      <p:ext uri="{BB962C8B-B14F-4D97-AF65-F5344CB8AC3E}">
        <p14:creationId xmlns:p14="http://schemas.microsoft.com/office/powerpoint/2010/main" val="152913215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hapter Marker">
    <p:spTree>
      <p:nvGrpSpPr>
        <p:cNvPr id="1" name=""/>
        <p:cNvGrpSpPr/>
        <p:nvPr/>
      </p:nvGrpSpPr>
      <p:grpSpPr>
        <a:xfrm>
          <a:off x="0" y="0"/>
          <a:ext cx="0" cy="0"/>
          <a:chOff x="0" y="0"/>
          <a:chExt cx="0" cy="0"/>
        </a:xfrm>
      </p:grpSpPr>
      <p:sp>
        <p:nvSpPr>
          <p:cNvPr id="2" name="Textplatzhalter 2">
            <a:extLst>
              <a:ext uri="{FF2B5EF4-FFF2-40B4-BE49-F238E27FC236}">
                <a16:creationId xmlns:a16="http://schemas.microsoft.com/office/drawing/2014/main" id="{B3AF4D72-EE93-1CBB-04DE-460582AE0AE5}"/>
              </a:ext>
            </a:extLst>
          </p:cNvPr>
          <p:cNvSpPr>
            <a:spLocks noGrp="1"/>
          </p:cNvSpPr>
          <p:nvPr>
            <p:ph type="body" sz="quarter" idx="10" hasCustomPrompt="1"/>
          </p:nvPr>
        </p:nvSpPr>
        <p:spPr>
          <a:xfrm>
            <a:off x="694445" y="2937719"/>
            <a:ext cx="1412657" cy="1015663"/>
          </a:xfrm>
          <a:prstGeom prst="rect">
            <a:avLst/>
          </a:prstGeom>
        </p:spPr>
        <p:txBody>
          <a:bodyPr anchor="ctr">
            <a:noAutofit/>
          </a:bodyPr>
          <a:lstStyle>
            <a:lvl1pPr marL="0" indent="0">
              <a:buNone/>
              <a:defRPr sz="6600">
                <a:solidFill>
                  <a:schemeClr val="accent1"/>
                </a:solidFill>
              </a:defRPr>
            </a:lvl1pPr>
            <a:lvl5pPr>
              <a:defRPr/>
            </a:lvl5pPr>
          </a:lstStyle>
          <a:p>
            <a:pPr lvl="0"/>
            <a:r>
              <a:rPr lang="de-DE" dirty="0"/>
              <a:t>01</a:t>
            </a:r>
          </a:p>
        </p:txBody>
      </p:sp>
      <p:sp>
        <p:nvSpPr>
          <p:cNvPr id="4" name="Textplatzhalter 2">
            <a:extLst>
              <a:ext uri="{FF2B5EF4-FFF2-40B4-BE49-F238E27FC236}">
                <a16:creationId xmlns:a16="http://schemas.microsoft.com/office/drawing/2014/main" id="{6E8F6DB4-45F2-349F-B907-DDA04E679F58}"/>
              </a:ext>
            </a:extLst>
          </p:cNvPr>
          <p:cNvSpPr>
            <a:spLocks noGrp="1"/>
          </p:cNvSpPr>
          <p:nvPr>
            <p:ph type="body" sz="quarter" idx="11" hasCustomPrompt="1"/>
          </p:nvPr>
        </p:nvSpPr>
        <p:spPr>
          <a:xfrm>
            <a:off x="2107103" y="2768441"/>
            <a:ext cx="8511475" cy="1354217"/>
          </a:xfrm>
          <a:prstGeom prst="rect">
            <a:avLst/>
          </a:prstGeom>
        </p:spPr>
        <p:txBody>
          <a:bodyPr anchor="ctr">
            <a:spAutoFit/>
          </a:bodyPr>
          <a:lstStyle>
            <a:lvl1pPr marL="0" indent="0">
              <a:buNone/>
              <a:defRPr sz="4400">
                <a:solidFill>
                  <a:schemeClr val="tx1"/>
                </a:solidFill>
              </a:defRPr>
            </a:lvl1pPr>
            <a:lvl5pPr>
              <a:defRPr/>
            </a:lvl5pPr>
          </a:lstStyle>
          <a:p>
            <a:pPr lvl="0"/>
            <a:r>
              <a:rPr lang="en-US" dirty="0"/>
              <a:t>Chapter marker single and multi-line</a:t>
            </a:r>
          </a:p>
        </p:txBody>
      </p:sp>
      <p:pic>
        <p:nvPicPr>
          <p:cNvPr id="3" name="Grafik 2">
            <a:extLst>
              <a:ext uri="{FF2B5EF4-FFF2-40B4-BE49-F238E27FC236}">
                <a16:creationId xmlns:a16="http://schemas.microsoft.com/office/drawing/2014/main" id="{9688DB86-A53B-5B97-A594-2757FA95FE3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725978" y="6417773"/>
            <a:ext cx="875665" cy="299222"/>
          </a:xfrm>
          <a:prstGeom prst="rect">
            <a:avLst/>
          </a:prstGeom>
        </p:spPr>
      </p:pic>
      <p:sp>
        <p:nvSpPr>
          <p:cNvPr id="5" name="Fußzeilenplatzhalter 4">
            <a:extLst>
              <a:ext uri="{FF2B5EF4-FFF2-40B4-BE49-F238E27FC236}">
                <a16:creationId xmlns:a16="http://schemas.microsoft.com/office/drawing/2014/main" id="{8A1375D2-C3FD-2412-0748-C18673695906}"/>
              </a:ext>
            </a:extLst>
          </p:cNvPr>
          <p:cNvSpPr>
            <a:spLocks noGrp="1"/>
          </p:cNvSpPr>
          <p:nvPr>
            <p:ph type="ftr" sz="quarter" idx="12"/>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7" name="Foliennummernplatzhalter 6">
            <a:extLst>
              <a:ext uri="{FF2B5EF4-FFF2-40B4-BE49-F238E27FC236}">
                <a16:creationId xmlns:a16="http://schemas.microsoft.com/office/drawing/2014/main" id="{56D33921-08DA-5A4F-A9EC-E80DEBD5E42B}"/>
              </a:ext>
            </a:extLst>
          </p:cNvPr>
          <p:cNvSpPr>
            <a:spLocks noGrp="1"/>
          </p:cNvSpPr>
          <p:nvPr>
            <p:ph type="sldNum" sz="quarter" idx="13"/>
          </p:nvPr>
        </p:nvSpPr>
        <p:spPr/>
        <p:txBody>
          <a:bodyPr/>
          <a:lstStyle/>
          <a:p>
            <a:fld id="{BA161025-98FF-4C1D-96AB-5CF6019945BE}" type="slidenum">
              <a:rPr lang="en-US" smtClean="0"/>
              <a:pPr/>
              <a:t>‹#›</a:t>
            </a:fld>
            <a:endParaRPr lang="en-US" dirty="0"/>
          </a:p>
        </p:txBody>
      </p:sp>
    </p:spTree>
    <p:extLst>
      <p:ext uri="{BB962C8B-B14F-4D97-AF65-F5344CB8AC3E}">
        <p14:creationId xmlns:p14="http://schemas.microsoft.com/office/powerpoint/2010/main" val="248994735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ext_1">
    <p:spTree>
      <p:nvGrpSpPr>
        <p:cNvPr id="1" name=""/>
        <p:cNvGrpSpPr/>
        <p:nvPr/>
      </p:nvGrpSpPr>
      <p:grpSpPr>
        <a:xfrm>
          <a:off x="0" y="0"/>
          <a:ext cx="0" cy="0"/>
          <a:chOff x="0" y="0"/>
          <a:chExt cx="0" cy="0"/>
        </a:xfrm>
      </p:grpSpPr>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Title</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sp>
        <p:nvSpPr>
          <p:cNvPr id="9" name="Foliennummernplatzhalter 5">
            <a:extLst>
              <a:ext uri="{FF2B5EF4-FFF2-40B4-BE49-F238E27FC236}">
                <a16:creationId xmlns:a16="http://schemas.microsoft.com/office/drawing/2014/main" id="{4DF86BC3-6AE1-3199-5339-54B87A29B300}"/>
              </a:ext>
            </a:extLst>
          </p:cNvPr>
          <p:cNvSpPr>
            <a:spLocks noGrp="1"/>
          </p:cNvSpPr>
          <p:nvPr>
            <p:ph type="sldNum" sz="quarter" idx="4"/>
          </p:nvPr>
        </p:nvSpPr>
        <p:spPr bwMode="gray">
          <a:xfrm>
            <a:off x="5868364" y="6590135"/>
            <a:ext cx="300942" cy="143567"/>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a:t>
            </a:fld>
            <a:endParaRPr lang="en-US" dirty="0"/>
          </a:p>
        </p:txBody>
      </p:sp>
      <p:sp>
        <p:nvSpPr>
          <p:cNvPr id="2" name="Fußzeilenplatzhalter 1">
            <a:extLst>
              <a:ext uri="{FF2B5EF4-FFF2-40B4-BE49-F238E27FC236}">
                <a16:creationId xmlns:a16="http://schemas.microsoft.com/office/drawing/2014/main" id="{945F37F2-7204-F59F-FFD3-C9C44B68E2F4}"/>
              </a:ext>
            </a:extLst>
          </p:cNvPr>
          <p:cNvSpPr>
            <a:spLocks noGrp="1"/>
          </p:cNvSpPr>
          <p:nvPr>
            <p:ph type="ftr" sz="quarter" idx="28"/>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6" name="Textplatzhalter 5">
            <a:extLst>
              <a:ext uri="{FF2B5EF4-FFF2-40B4-BE49-F238E27FC236}">
                <a16:creationId xmlns:a16="http://schemas.microsoft.com/office/drawing/2014/main" id="{582CE351-B293-9D61-3669-76E497C27610}"/>
              </a:ext>
            </a:extLst>
          </p:cNvPr>
          <p:cNvSpPr>
            <a:spLocks noGrp="1"/>
          </p:cNvSpPr>
          <p:nvPr>
            <p:ph type="body" sz="quarter" idx="29" hasCustomPrompt="1"/>
          </p:nvPr>
        </p:nvSpPr>
        <p:spPr>
          <a:xfrm>
            <a:off x="295200" y="1376362"/>
            <a:ext cx="11596762" cy="4860925"/>
          </a:xfrm>
        </p:spPr>
        <p:txBody>
          <a:bodyPr/>
          <a:lstStyle/>
          <a:p>
            <a:pPr lvl="0"/>
            <a:r>
              <a:rPr lang="de-DE" dirty="0"/>
              <a:t>List </a:t>
            </a:r>
            <a:r>
              <a:rPr lang="de-DE" dirty="0" err="1"/>
              <a:t>here</a:t>
            </a:r>
            <a:r>
              <a:rPr lang="de-DE" dirty="0"/>
              <a:t> </a:t>
            </a:r>
            <a:r>
              <a:rPr lang="de-DE" dirty="0" err="1"/>
              <a:t>some</a:t>
            </a:r>
            <a:r>
              <a:rPr lang="de-DE" dirty="0"/>
              <a:t> </a:t>
            </a:r>
            <a:r>
              <a:rPr lang="de-DE" dirty="0" err="1"/>
              <a:t>topic</a:t>
            </a:r>
            <a:r>
              <a:rPr lang="de-DE" dirty="0"/>
              <a:t> </a:t>
            </a:r>
            <a:r>
              <a:rPr lang="de-DE" dirty="0" err="1"/>
              <a:t>about</a:t>
            </a:r>
            <a:r>
              <a:rPr lang="de-DE" dirty="0"/>
              <a:t> </a:t>
            </a:r>
            <a:r>
              <a:rPr lang="de-DE" dirty="0" err="1"/>
              <a:t>the</a:t>
            </a:r>
            <a:r>
              <a:rPr lang="de-DE" dirty="0"/>
              <a:t> </a:t>
            </a:r>
            <a:r>
              <a:rPr lang="de-DE" dirty="0" err="1"/>
              <a:t>product</a:t>
            </a:r>
            <a:r>
              <a:rPr lang="de-DE" dirty="0"/>
              <a:t>/</a:t>
            </a:r>
            <a:r>
              <a:rPr lang="de-DE" dirty="0" err="1"/>
              <a:t>project</a:t>
            </a:r>
            <a:r>
              <a:rPr lang="de-DE" dirty="0"/>
              <a:t> </a:t>
            </a:r>
            <a:r>
              <a:rPr lang="de-DE" dirty="0" err="1"/>
              <a:t>that</a:t>
            </a:r>
            <a:r>
              <a:rPr lang="de-DE" dirty="0"/>
              <a:t> </a:t>
            </a:r>
            <a:r>
              <a:rPr lang="de-DE" dirty="0" err="1"/>
              <a:t>the</a:t>
            </a:r>
            <a:r>
              <a:rPr lang="de-DE" dirty="0"/>
              <a:t> </a:t>
            </a:r>
            <a:r>
              <a:rPr lang="de-DE" dirty="0" err="1"/>
              <a:t>presentation</a:t>
            </a:r>
            <a:r>
              <a:rPr lang="de-DE" dirty="0"/>
              <a:t> </a:t>
            </a:r>
            <a:r>
              <a:rPr lang="de-DE" dirty="0" err="1"/>
              <a:t>page</a:t>
            </a:r>
            <a:r>
              <a:rPr lang="de-DE" dirty="0"/>
              <a:t> </a:t>
            </a:r>
            <a:r>
              <a:rPr lang="de-DE" dirty="0" err="1"/>
              <a:t>is</a:t>
            </a:r>
            <a:r>
              <a:rPr lang="de-DE" dirty="0"/>
              <a:t> </a:t>
            </a:r>
            <a:r>
              <a:rPr lang="de-DE" dirty="0" err="1"/>
              <a:t>about</a:t>
            </a:r>
            <a:endParaRPr lang="de-DE" dirty="0"/>
          </a:p>
          <a:p>
            <a:pPr lvl="1"/>
            <a:r>
              <a:rPr lang="de-DE" dirty="0"/>
              <a:t>2nd </a:t>
            </a:r>
            <a:r>
              <a:rPr lang="de-DE" dirty="0" err="1"/>
              <a:t>level</a:t>
            </a:r>
            <a:endParaRPr lang="de-DE" dirty="0"/>
          </a:p>
          <a:p>
            <a:pPr lvl="2"/>
            <a:r>
              <a:rPr lang="de-DE" dirty="0"/>
              <a:t>3rd </a:t>
            </a:r>
            <a:r>
              <a:rPr lang="de-DE" dirty="0" err="1"/>
              <a:t>level</a:t>
            </a:r>
            <a:endParaRPr lang="de-DE" dirty="0"/>
          </a:p>
          <a:p>
            <a:pPr lvl="3"/>
            <a:r>
              <a:rPr lang="de-DE" dirty="0"/>
              <a:t>4th </a:t>
            </a:r>
            <a:r>
              <a:rPr lang="de-DE" dirty="0" err="1"/>
              <a:t>level</a:t>
            </a:r>
            <a:endParaRPr lang="de-DE" dirty="0"/>
          </a:p>
          <a:p>
            <a:pPr lvl="4"/>
            <a:r>
              <a:rPr lang="de-DE" dirty="0"/>
              <a:t>5th </a:t>
            </a:r>
            <a:r>
              <a:rPr lang="de-DE" dirty="0" err="1"/>
              <a:t>level</a:t>
            </a:r>
            <a:endParaRPr lang="de-DE" dirty="0"/>
          </a:p>
        </p:txBody>
      </p:sp>
    </p:spTree>
    <p:extLst>
      <p:ext uri="{BB962C8B-B14F-4D97-AF65-F5344CB8AC3E}">
        <p14:creationId xmlns:p14="http://schemas.microsoft.com/office/powerpoint/2010/main" val="309236854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Text_2">
    <p:spTree>
      <p:nvGrpSpPr>
        <p:cNvPr id="1" name=""/>
        <p:cNvGrpSpPr/>
        <p:nvPr/>
      </p:nvGrpSpPr>
      <p:grpSpPr>
        <a:xfrm>
          <a:off x="0" y="0"/>
          <a:ext cx="0" cy="0"/>
          <a:chOff x="0" y="0"/>
          <a:chExt cx="0" cy="0"/>
        </a:xfrm>
      </p:grpSpPr>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Title</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sp>
        <p:nvSpPr>
          <p:cNvPr id="9" name="Foliennummernplatzhalter 5">
            <a:extLst>
              <a:ext uri="{FF2B5EF4-FFF2-40B4-BE49-F238E27FC236}">
                <a16:creationId xmlns:a16="http://schemas.microsoft.com/office/drawing/2014/main" id="{4DF86BC3-6AE1-3199-5339-54B87A29B300}"/>
              </a:ext>
            </a:extLst>
          </p:cNvPr>
          <p:cNvSpPr>
            <a:spLocks noGrp="1"/>
          </p:cNvSpPr>
          <p:nvPr>
            <p:ph type="sldNum" sz="quarter" idx="4"/>
          </p:nvPr>
        </p:nvSpPr>
        <p:spPr bwMode="gray">
          <a:xfrm>
            <a:off x="5868364" y="6590135"/>
            <a:ext cx="300942" cy="143567"/>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a:t>
            </a:fld>
            <a:endParaRPr lang="en-US" dirty="0"/>
          </a:p>
        </p:txBody>
      </p:sp>
      <p:sp>
        <p:nvSpPr>
          <p:cNvPr id="4" name="Fußzeilenplatzhalter 3">
            <a:extLst>
              <a:ext uri="{FF2B5EF4-FFF2-40B4-BE49-F238E27FC236}">
                <a16:creationId xmlns:a16="http://schemas.microsoft.com/office/drawing/2014/main" id="{08A5B1A2-300E-0FE9-3E67-4B880E250D44}"/>
              </a:ext>
            </a:extLst>
          </p:cNvPr>
          <p:cNvSpPr>
            <a:spLocks noGrp="1"/>
          </p:cNvSpPr>
          <p:nvPr>
            <p:ph type="ftr" sz="quarter" idx="93"/>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8" name="Textplatzhalter 7">
            <a:extLst>
              <a:ext uri="{FF2B5EF4-FFF2-40B4-BE49-F238E27FC236}">
                <a16:creationId xmlns:a16="http://schemas.microsoft.com/office/drawing/2014/main" id="{D0DF27BC-C35E-7505-F0D4-4CA13AEF5F32}"/>
              </a:ext>
            </a:extLst>
          </p:cNvPr>
          <p:cNvSpPr>
            <a:spLocks noGrp="1"/>
          </p:cNvSpPr>
          <p:nvPr>
            <p:ph type="body" sz="quarter" idx="98" hasCustomPrompt="1"/>
          </p:nvPr>
        </p:nvSpPr>
        <p:spPr>
          <a:xfrm>
            <a:off x="295198" y="1393891"/>
            <a:ext cx="5573166" cy="4859998"/>
          </a:xfrm>
        </p:spPr>
        <p:txBody>
          <a:bodyPr/>
          <a:lstStyle/>
          <a:p>
            <a:pPr lvl="0"/>
            <a:r>
              <a:rPr lang="de-DE" dirty="0"/>
              <a:t>List </a:t>
            </a:r>
            <a:r>
              <a:rPr lang="de-DE" dirty="0" err="1"/>
              <a:t>here</a:t>
            </a:r>
            <a:r>
              <a:rPr lang="de-DE" dirty="0"/>
              <a:t> </a:t>
            </a:r>
            <a:r>
              <a:rPr lang="de-DE" dirty="0" err="1"/>
              <a:t>some</a:t>
            </a:r>
            <a:r>
              <a:rPr lang="de-DE" dirty="0"/>
              <a:t> </a:t>
            </a:r>
            <a:r>
              <a:rPr lang="de-DE" dirty="0" err="1"/>
              <a:t>topics</a:t>
            </a:r>
            <a:r>
              <a:rPr lang="de-DE" dirty="0"/>
              <a:t> </a:t>
            </a:r>
            <a:r>
              <a:rPr lang="de-DE" dirty="0" err="1"/>
              <a:t>about</a:t>
            </a:r>
            <a:r>
              <a:rPr lang="de-DE" dirty="0"/>
              <a:t> </a:t>
            </a:r>
            <a:r>
              <a:rPr lang="de-DE" dirty="0" err="1"/>
              <a:t>the</a:t>
            </a:r>
            <a:r>
              <a:rPr lang="de-DE" dirty="0"/>
              <a:t> </a:t>
            </a:r>
            <a:r>
              <a:rPr lang="de-DE" dirty="0" err="1"/>
              <a:t>product</a:t>
            </a:r>
            <a:r>
              <a:rPr lang="de-DE" dirty="0"/>
              <a:t>/</a:t>
            </a:r>
            <a:r>
              <a:rPr lang="de-DE" dirty="0" err="1"/>
              <a:t>project</a:t>
            </a:r>
            <a:r>
              <a:rPr lang="de-DE" dirty="0"/>
              <a:t> </a:t>
            </a:r>
            <a:r>
              <a:rPr lang="de-DE" dirty="0" err="1"/>
              <a:t>that</a:t>
            </a:r>
            <a:r>
              <a:rPr lang="de-DE" dirty="0"/>
              <a:t> </a:t>
            </a:r>
            <a:r>
              <a:rPr lang="de-DE" dirty="0" err="1"/>
              <a:t>the</a:t>
            </a:r>
            <a:r>
              <a:rPr lang="de-DE" dirty="0"/>
              <a:t> </a:t>
            </a:r>
            <a:r>
              <a:rPr lang="de-DE" dirty="0" err="1"/>
              <a:t>presentation</a:t>
            </a:r>
            <a:r>
              <a:rPr lang="de-DE" dirty="0"/>
              <a:t> </a:t>
            </a:r>
            <a:r>
              <a:rPr lang="de-DE" dirty="0" err="1"/>
              <a:t>page</a:t>
            </a:r>
            <a:r>
              <a:rPr lang="de-DE" dirty="0"/>
              <a:t> </a:t>
            </a:r>
            <a:r>
              <a:rPr lang="de-DE" dirty="0" err="1"/>
              <a:t>is</a:t>
            </a:r>
            <a:r>
              <a:rPr lang="de-DE" dirty="0"/>
              <a:t> </a:t>
            </a:r>
            <a:r>
              <a:rPr lang="de-DE" dirty="0" err="1"/>
              <a:t>about</a:t>
            </a:r>
            <a:endParaRPr lang="de-DE" dirty="0"/>
          </a:p>
          <a:p>
            <a:pPr lvl="1"/>
            <a:r>
              <a:rPr lang="de-DE" dirty="0"/>
              <a:t>2nd </a:t>
            </a:r>
            <a:r>
              <a:rPr lang="de-DE" dirty="0" err="1"/>
              <a:t>level</a:t>
            </a:r>
            <a:endParaRPr lang="de-DE" dirty="0"/>
          </a:p>
          <a:p>
            <a:pPr lvl="2"/>
            <a:r>
              <a:rPr lang="de-DE" dirty="0"/>
              <a:t>3rd </a:t>
            </a:r>
            <a:r>
              <a:rPr lang="de-DE" dirty="0" err="1"/>
              <a:t>level</a:t>
            </a:r>
            <a:endParaRPr lang="de-DE" dirty="0"/>
          </a:p>
          <a:p>
            <a:pPr lvl="3"/>
            <a:r>
              <a:rPr lang="de-DE" dirty="0"/>
              <a:t>4th </a:t>
            </a:r>
            <a:r>
              <a:rPr lang="de-DE" dirty="0" err="1"/>
              <a:t>level</a:t>
            </a:r>
            <a:endParaRPr lang="de-DE" dirty="0"/>
          </a:p>
          <a:p>
            <a:pPr lvl="4"/>
            <a:r>
              <a:rPr lang="de-DE" dirty="0"/>
              <a:t>5th </a:t>
            </a:r>
            <a:r>
              <a:rPr lang="de-DE" dirty="0" err="1"/>
              <a:t>level</a:t>
            </a:r>
            <a:endParaRPr lang="de-DE" dirty="0"/>
          </a:p>
        </p:txBody>
      </p:sp>
      <p:sp>
        <p:nvSpPr>
          <p:cNvPr id="10" name="Textplatzhalter 7">
            <a:extLst>
              <a:ext uri="{FF2B5EF4-FFF2-40B4-BE49-F238E27FC236}">
                <a16:creationId xmlns:a16="http://schemas.microsoft.com/office/drawing/2014/main" id="{27438AC9-90C0-1DC6-34BB-98856E8FDA43}"/>
              </a:ext>
            </a:extLst>
          </p:cNvPr>
          <p:cNvSpPr>
            <a:spLocks noGrp="1"/>
          </p:cNvSpPr>
          <p:nvPr>
            <p:ph type="body" sz="quarter" idx="99" hasCustomPrompt="1"/>
          </p:nvPr>
        </p:nvSpPr>
        <p:spPr>
          <a:xfrm>
            <a:off x="6318796" y="1373904"/>
            <a:ext cx="5573166" cy="4859998"/>
          </a:xfrm>
        </p:spPr>
        <p:txBody>
          <a:bodyPr/>
          <a:lstStyle/>
          <a:p>
            <a:pPr lvl="0"/>
            <a:r>
              <a:rPr lang="de-DE" dirty="0"/>
              <a:t>List </a:t>
            </a:r>
            <a:r>
              <a:rPr lang="de-DE" dirty="0" err="1"/>
              <a:t>here</a:t>
            </a:r>
            <a:r>
              <a:rPr lang="de-DE" dirty="0"/>
              <a:t> </a:t>
            </a:r>
            <a:r>
              <a:rPr lang="de-DE" dirty="0" err="1"/>
              <a:t>some</a:t>
            </a:r>
            <a:r>
              <a:rPr lang="de-DE" dirty="0"/>
              <a:t> </a:t>
            </a:r>
            <a:r>
              <a:rPr lang="de-DE" dirty="0" err="1"/>
              <a:t>topics</a:t>
            </a:r>
            <a:r>
              <a:rPr lang="de-DE" dirty="0"/>
              <a:t> </a:t>
            </a:r>
            <a:r>
              <a:rPr lang="de-DE" dirty="0" err="1"/>
              <a:t>about</a:t>
            </a:r>
            <a:r>
              <a:rPr lang="de-DE" dirty="0"/>
              <a:t> </a:t>
            </a:r>
            <a:r>
              <a:rPr lang="de-DE" dirty="0" err="1"/>
              <a:t>the</a:t>
            </a:r>
            <a:r>
              <a:rPr lang="de-DE" dirty="0"/>
              <a:t> </a:t>
            </a:r>
            <a:r>
              <a:rPr lang="de-DE" dirty="0" err="1"/>
              <a:t>product</a:t>
            </a:r>
            <a:r>
              <a:rPr lang="de-DE" dirty="0"/>
              <a:t>/</a:t>
            </a:r>
            <a:r>
              <a:rPr lang="de-DE" dirty="0" err="1"/>
              <a:t>project</a:t>
            </a:r>
            <a:r>
              <a:rPr lang="de-DE" dirty="0"/>
              <a:t> </a:t>
            </a:r>
            <a:r>
              <a:rPr lang="de-DE" dirty="0" err="1"/>
              <a:t>that</a:t>
            </a:r>
            <a:r>
              <a:rPr lang="de-DE" dirty="0"/>
              <a:t> </a:t>
            </a:r>
            <a:r>
              <a:rPr lang="de-DE" dirty="0" err="1"/>
              <a:t>the</a:t>
            </a:r>
            <a:r>
              <a:rPr lang="de-DE" dirty="0"/>
              <a:t> </a:t>
            </a:r>
            <a:r>
              <a:rPr lang="de-DE" dirty="0" err="1"/>
              <a:t>presentation</a:t>
            </a:r>
            <a:r>
              <a:rPr lang="de-DE" dirty="0"/>
              <a:t> </a:t>
            </a:r>
            <a:r>
              <a:rPr lang="de-DE" dirty="0" err="1"/>
              <a:t>page</a:t>
            </a:r>
            <a:r>
              <a:rPr lang="de-DE" dirty="0"/>
              <a:t> </a:t>
            </a:r>
            <a:r>
              <a:rPr lang="de-DE" dirty="0" err="1"/>
              <a:t>is</a:t>
            </a:r>
            <a:r>
              <a:rPr lang="de-DE" dirty="0"/>
              <a:t> </a:t>
            </a:r>
            <a:r>
              <a:rPr lang="de-DE" dirty="0" err="1"/>
              <a:t>about</a:t>
            </a:r>
            <a:endParaRPr lang="de-DE" dirty="0"/>
          </a:p>
          <a:p>
            <a:pPr lvl="1"/>
            <a:r>
              <a:rPr lang="de-DE" dirty="0"/>
              <a:t>2nd </a:t>
            </a:r>
            <a:r>
              <a:rPr lang="de-DE" dirty="0" err="1"/>
              <a:t>level</a:t>
            </a:r>
            <a:endParaRPr lang="de-DE" dirty="0"/>
          </a:p>
          <a:p>
            <a:pPr lvl="2"/>
            <a:r>
              <a:rPr lang="de-DE" dirty="0"/>
              <a:t>3rd </a:t>
            </a:r>
            <a:r>
              <a:rPr lang="de-DE" dirty="0" err="1"/>
              <a:t>level</a:t>
            </a:r>
            <a:endParaRPr lang="de-DE" dirty="0"/>
          </a:p>
          <a:p>
            <a:pPr lvl="3"/>
            <a:r>
              <a:rPr lang="de-DE" dirty="0"/>
              <a:t>4th </a:t>
            </a:r>
            <a:r>
              <a:rPr lang="de-DE" dirty="0" err="1"/>
              <a:t>level</a:t>
            </a:r>
            <a:endParaRPr lang="de-DE" dirty="0"/>
          </a:p>
          <a:p>
            <a:pPr lvl="4"/>
            <a:r>
              <a:rPr lang="de-DE" dirty="0"/>
              <a:t>5th </a:t>
            </a:r>
            <a:r>
              <a:rPr lang="de-DE" dirty="0" err="1"/>
              <a:t>level</a:t>
            </a:r>
            <a:endParaRPr lang="de-DE" dirty="0"/>
          </a:p>
        </p:txBody>
      </p:sp>
    </p:spTree>
    <p:extLst>
      <p:ext uri="{BB962C8B-B14F-4D97-AF65-F5344CB8AC3E}">
        <p14:creationId xmlns:p14="http://schemas.microsoft.com/office/powerpoint/2010/main" val="181347948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Text_3">
    <p:spTree>
      <p:nvGrpSpPr>
        <p:cNvPr id="1" name=""/>
        <p:cNvGrpSpPr/>
        <p:nvPr/>
      </p:nvGrpSpPr>
      <p:grpSpPr>
        <a:xfrm>
          <a:off x="0" y="0"/>
          <a:ext cx="0" cy="0"/>
          <a:chOff x="0" y="0"/>
          <a:chExt cx="0" cy="0"/>
        </a:xfrm>
      </p:grpSpPr>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Title</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sp>
        <p:nvSpPr>
          <p:cNvPr id="9" name="Foliennummernplatzhalter 5">
            <a:extLst>
              <a:ext uri="{FF2B5EF4-FFF2-40B4-BE49-F238E27FC236}">
                <a16:creationId xmlns:a16="http://schemas.microsoft.com/office/drawing/2014/main" id="{4DF86BC3-6AE1-3199-5339-54B87A29B300}"/>
              </a:ext>
            </a:extLst>
          </p:cNvPr>
          <p:cNvSpPr>
            <a:spLocks noGrp="1"/>
          </p:cNvSpPr>
          <p:nvPr>
            <p:ph type="sldNum" sz="quarter" idx="4"/>
          </p:nvPr>
        </p:nvSpPr>
        <p:spPr bwMode="gray">
          <a:xfrm>
            <a:off x="5868364" y="6590135"/>
            <a:ext cx="300942" cy="143567"/>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a:t>
            </a:fld>
            <a:endParaRPr lang="en-US" dirty="0"/>
          </a:p>
        </p:txBody>
      </p:sp>
      <p:sp>
        <p:nvSpPr>
          <p:cNvPr id="2" name="Textplatzhalter 3">
            <a:extLst>
              <a:ext uri="{FF2B5EF4-FFF2-40B4-BE49-F238E27FC236}">
                <a16:creationId xmlns:a16="http://schemas.microsoft.com/office/drawing/2014/main" id="{0599EAB9-B27E-81B0-DF94-235219E45D4C}"/>
              </a:ext>
            </a:extLst>
          </p:cNvPr>
          <p:cNvSpPr>
            <a:spLocks noGrp="1"/>
          </p:cNvSpPr>
          <p:nvPr>
            <p:ph type="body" sz="quarter" idx="91" hasCustomPrompt="1"/>
          </p:nvPr>
        </p:nvSpPr>
        <p:spPr>
          <a:xfrm>
            <a:off x="300037" y="3937686"/>
            <a:ext cx="3708000" cy="2299602"/>
          </a:xfrm>
          <a:prstGeom prst="rect">
            <a:avLst/>
          </a:prstGeom>
        </p:spPr>
        <p:txBody>
          <a:bodyPr/>
          <a:lstStyle>
            <a:lvl1pPr algn="ctr">
              <a:defRPr/>
            </a:lvl1pPr>
            <a:lvl2pPr algn="ctr">
              <a:defRPr/>
            </a:lvl2pPr>
            <a:lvl3pPr algn="ctr">
              <a:defRPr/>
            </a:lvl3pPr>
            <a:lvl4pPr algn="ctr">
              <a:defRPr/>
            </a:lvl4pPr>
            <a:lvl5pPr algn="ctr">
              <a:defRPr/>
            </a:lvl5pPr>
          </a:lstStyle>
          <a:p>
            <a:pPr lvl="0"/>
            <a:r>
              <a:rPr lang="en-US" dirty="0"/>
              <a:t>List here some topics about the product/project that the presentation page is about.</a:t>
            </a:r>
            <a:endParaRPr lang="de-DE" dirty="0"/>
          </a:p>
        </p:txBody>
      </p:sp>
      <p:sp>
        <p:nvSpPr>
          <p:cNvPr id="6" name="Textplatzhalter 3">
            <a:extLst>
              <a:ext uri="{FF2B5EF4-FFF2-40B4-BE49-F238E27FC236}">
                <a16:creationId xmlns:a16="http://schemas.microsoft.com/office/drawing/2014/main" id="{5BAA9D14-CFA7-EB44-8E51-0B7C4B8665ED}"/>
              </a:ext>
            </a:extLst>
          </p:cNvPr>
          <p:cNvSpPr>
            <a:spLocks noGrp="1"/>
          </p:cNvSpPr>
          <p:nvPr>
            <p:ph type="body" sz="quarter" idx="92" hasCustomPrompt="1"/>
          </p:nvPr>
        </p:nvSpPr>
        <p:spPr>
          <a:xfrm>
            <a:off x="4231037" y="3937686"/>
            <a:ext cx="3708000" cy="2299602"/>
          </a:xfrm>
          <a:prstGeom prst="rect">
            <a:avLst/>
          </a:prstGeom>
        </p:spPr>
        <p:txBody>
          <a:bodyPr/>
          <a:lstStyle>
            <a:lvl1pPr algn="ctr">
              <a:defRPr/>
            </a:lvl1pPr>
          </a:lstStyle>
          <a:p>
            <a:pPr lvl="0"/>
            <a:r>
              <a:rPr lang="en-US" dirty="0"/>
              <a:t>List here some topics about the product/project that the presentation page is about.</a:t>
            </a:r>
            <a:endParaRPr lang="de-DE" dirty="0"/>
          </a:p>
        </p:txBody>
      </p:sp>
      <p:sp>
        <p:nvSpPr>
          <p:cNvPr id="4" name="Textplatzhalter 3">
            <a:extLst>
              <a:ext uri="{FF2B5EF4-FFF2-40B4-BE49-F238E27FC236}">
                <a16:creationId xmlns:a16="http://schemas.microsoft.com/office/drawing/2014/main" id="{DD4A4F36-AC6C-579E-B1B1-E36999DD7A86}"/>
              </a:ext>
            </a:extLst>
          </p:cNvPr>
          <p:cNvSpPr>
            <a:spLocks noGrp="1"/>
          </p:cNvSpPr>
          <p:nvPr>
            <p:ph type="body" sz="quarter" idx="93" hasCustomPrompt="1"/>
          </p:nvPr>
        </p:nvSpPr>
        <p:spPr>
          <a:xfrm>
            <a:off x="8183963" y="3937685"/>
            <a:ext cx="3708000" cy="2299602"/>
          </a:xfrm>
          <a:prstGeom prst="rect">
            <a:avLst/>
          </a:prstGeom>
        </p:spPr>
        <p:txBody>
          <a:bodyPr/>
          <a:lstStyle>
            <a:lvl1pPr algn="ctr">
              <a:defRPr/>
            </a:lvl1pPr>
          </a:lstStyle>
          <a:p>
            <a:pPr lvl="0"/>
            <a:r>
              <a:rPr lang="en-US" dirty="0"/>
              <a:t>List here some topics about the product/project that the presentation page is about.</a:t>
            </a:r>
            <a:endParaRPr lang="de-DE" dirty="0"/>
          </a:p>
        </p:txBody>
      </p:sp>
      <p:sp>
        <p:nvSpPr>
          <p:cNvPr id="7" name="Bildplatzhalter 55">
            <a:extLst>
              <a:ext uri="{FF2B5EF4-FFF2-40B4-BE49-F238E27FC236}">
                <a16:creationId xmlns:a16="http://schemas.microsoft.com/office/drawing/2014/main" id="{42D87EE9-3EE6-D207-A3FC-390536D01E76}"/>
              </a:ext>
            </a:extLst>
          </p:cNvPr>
          <p:cNvSpPr>
            <a:spLocks noGrp="1"/>
          </p:cNvSpPr>
          <p:nvPr>
            <p:ph type="pic" sz="quarter" idx="57" hasCustomPrompt="1"/>
          </p:nvPr>
        </p:nvSpPr>
        <p:spPr>
          <a:xfrm>
            <a:off x="298799" y="1376363"/>
            <a:ext cx="3708000" cy="2340000"/>
          </a:xfrm>
          <a:prstGeom prst="rect">
            <a:avLst/>
          </a:prstGeom>
        </p:spPr>
        <p:txBody>
          <a:bodyPr/>
          <a:lstStyle>
            <a:lvl1pPr algn="l">
              <a:defRPr sz="1200"/>
            </a:lvl1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en-US" dirty="0"/>
              <a:t>Add an image by clicking on the icon</a:t>
            </a:r>
            <a:endParaRPr lang="de-DE" dirty="0"/>
          </a:p>
        </p:txBody>
      </p:sp>
      <p:sp>
        <p:nvSpPr>
          <p:cNvPr id="8" name="Bildplatzhalter 55">
            <a:extLst>
              <a:ext uri="{FF2B5EF4-FFF2-40B4-BE49-F238E27FC236}">
                <a16:creationId xmlns:a16="http://schemas.microsoft.com/office/drawing/2014/main" id="{233D1D82-5F8B-92A3-912A-5462D4DC4E2F}"/>
              </a:ext>
            </a:extLst>
          </p:cNvPr>
          <p:cNvSpPr>
            <a:spLocks noGrp="1"/>
          </p:cNvSpPr>
          <p:nvPr>
            <p:ph type="pic" sz="quarter" idx="94" hasCustomPrompt="1"/>
          </p:nvPr>
        </p:nvSpPr>
        <p:spPr>
          <a:xfrm>
            <a:off x="4242000" y="1376363"/>
            <a:ext cx="3708000" cy="2340000"/>
          </a:xfrm>
          <a:prstGeom prst="rect">
            <a:avLst/>
          </a:prstGeom>
        </p:spPr>
        <p:txBody>
          <a:bodyPr/>
          <a:lstStyle>
            <a:lvl1pPr algn="l">
              <a:defRPr sz="1200"/>
            </a:lvl1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en-US" dirty="0"/>
              <a:t>Add an image by clicking on the icon</a:t>
            </a:r>
            <a:endParaRPr lang="de-DE" dirty="0"/>
          </a:p>
        </p:txBody>
      </p:sp>
      <p:sp>
        <p:nvSpPr>
          <p:cNvPr id="10" name="Bildplatzhalter 55">
            <a:extLst>
              <a:ext uri="{FF2B5EF4-FFF2-40B4-BE49-F238E27FC236}">
                <a16:creationId xmlns:a16="http://schemas.microsoft.com/office/drawing/2014/main" id="{39E32219-45AF-27C7-6B07-9A9A8E889AB6}"/>
              </a:ext>
            </a:extLst>
          </p:cNvPr>
          <p:cNvSpPr>
            <a:spLocks noGrp="1"/>
          </p:cNvSpPr>
          <p:nvPr>
            <p:ph type="pic" sz="quarter" idx="95" hasCustomPrompt="1"/>
          </p:nvPr>
        </p:nvSpPr>
        <p:spPr>
          <a:xfrm>
            <a:off x="8183963" y="1376363"/>
            <a:ext cx="3708000" cy="2340000"/>
          </a:xfrm>
          <a:prstGeom prst="rect">
            <a:avLst/>
          </a:prstGeom>
        </p:spPr>
        <p:txBody>
          <a:bodyPr/>
          <a:lstStyle>
            <a:lvl1pPr algn="l">
              <a:defRPr sz="1200"/>
            </a:lvl1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en-US" dirty="0"/>
              <a:t>Add an image by clicking on the icon</a:t>
            </a:r>
            <a:endParaRPr lang="de-DE" dirty="0"/>
          </a:p>
        </p:txBody>
      </p:sp>
      <p:sp>
        <p:nvSpPr>
          <p:cNvPr id="5" name="Fußzeilenplatzhalter 4">
            <a:extLst>
              <a:ext uri="{FF2B5EF4-FFF2-40B4-BE49-F238E27FC236}">
                <a16:creationId xmlns:a16="http://schemas.microsoft.com/office/drawing/2014/main" id="{A5889AB6-C864-276F-CFF7-8710E4784C0E}"/>
              </a:ext>
            </a:extLst>
          </p:cNvPr>
          <p:cNvSpPr>
            <a:spLocks noGrp="1"/>
          </p:cNvSpPr>
          <p:nvPr>
            <p:ph type="ftr" sz="quarter" idx="96"/>
          </p:nvPr>
        </p:nvSpPr>
        <p:spPr/>
        <p:txBody>
          <a:bodyPr/>
          <a:lstStyle/>
          <a:p>
            <a:r>
              <a:rPr lang="de-DE">
                <a:solidFill>
                  <a:schemeClr val="tx1"/>
                </a:solidFill>
              </a:rPr>
              <a:t>Presentation title | Confidentiality rating   © Diehl Aerospace – a Joint Diehl Thales Company</a:t>
            </a:r>
          </a:p>
          <a:p>
            <a:endParaRPr lang="de-DE" dirty="0"/>
          </a:p>
        </p:txBody>
      </p:sp>
    </p:spTree>
    <p:extLst>
      <p:ext uri="{BB962C8B-B14F-4D97-AF65-F5344CB8AC3E}">
        <p14:creationId xmlns:p14="http://schemas.microsoft.com/office/powerpoint/2010/main" val="339352938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ext &amp; Summary">
    <p:spTree>
      <p:nvGrpSpPr>
        <p:cNvPr id="1" name=""/>
        <p:cNvGrpSpPr/>
        <p:nvPr/>
      </p:nvGrpSpPr>
      <p:grpSpPr>
        <a:xfrm>
          <a:off x="0" y="0"/>
          <a:ext cx="0" cy="0"/>
          <a:chOff x="0" y="0"/>
          <a:chExt cx="0" cy="0"/>
        </a:xfrm>
      </p:grpSpPr>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Title</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sp>
        <p:nvSpPr>
          <p:cNvPr id="2" name="Rechteck 1">
            <a:extLst>
              <a:ext uri="{FF2B5EF4-FFF2-40B4-BE49-F238E27FC236}">
                <a16:creationId xmlns:a16="http://schemas.microsoft.com/office/drawing/2014/main" id="{56E3AB80-86DD-0E6A-8197-A40585635727}"/>
              </a:ext>
            </a:extLst>
          </p:cNvPr>
          <p:cNvSpPr/>
          <p:nvPr userDrawn="1"/>
        </p:nvSpPr>
        <p:spPr>
          <a:xfrm>
            <a:off x="300038" y="4796486"/>
            <a:ext cx="1288973" cy="1440802"/>
          </a:xfrm>
          <a:prstGeom prst="rect">
            <a:avLst/>
          </a:prstGeom>
          <a:solidFill>
            <a:schemeClr val="accent1"/>
          </a:solidFill>
          <a:ln>
            <a:noFill/>
          </a:ln>
        </p:spPr>
        <p:txBody>
          <a:bodyPr vert="horz" lIns="72000" tIns="72000" rIns="72000" bIns="72000" rtlCol="0" anchor="ctr">
            <a:noAutofit/>
          </a:bodyPr>
          <a:lstStyle/>
          <a:p>
            <a:pPr algn="ctr">
              <a:spcBef>
                <a:spcPts val="600"/>
              </a:spcBef>
            </a:pPr>
            <a:endParaRPr lang="en-US" sz="1200" dirty="0" err="1">
              <a:solidFill>
                <a:schemeClr val="bg1"/>
              </a:solidFill>
            </a:endParaRPr>
          </a:p>
        </p:txBody>
      </p:sp>
      <p:grpSp>
        <p:nvGrpSpPr>
          <p:cNvPr id="4" name="Gruppieren 3">
            <a:extLst>
              <a:ext uri="{FF2B5EF4-FFF2-40B4-BE49-F238E27FC236}">
                <a16:creationId xmlns:a16="http://schemas.microsoft.com/office/drawing/2014/main" id="{8C9D2F67-889A-06EA-7E33-8E9C5E86F33B}"/>
              </a:ext>
            </a:extLst>
          </p:cNvPr>
          <p:cNvGrpSpPr/>
          <p:nvPr userDrawn="1"/>
        </p:nvGrpSpPr>
        <p:grpSpPr>
          <a:xfrm>
            <a:off x="676466" y="5157554"/>
            <a:ext cx="536116" cy="749010"/>
            <a:chOff x="414379" y="5113856"/>
            <a:chExt cx="336042" cy="469486"/>
          </a:xfrm>
        </p:grpSpPr>
        <p:sp>
          <p:nvSpPr>
            <p:cNvPr id="6" name="Freihandform: Form 15">
              <a:extLst>
                <a:ext uri="{FF2B5EF4-FFF2-40B4-BE49-F238E27FC236}">
                  <a16:creationId xmlns:a16="http://schemas.microsoft.com/office/drawing/2014/main" id="{354BDB04-B1E6-13E5-F067-30E7A14D6F2F}"/>
                </a:ext>
              </a:extLst>
            </p:cNvPr>
            <p:cNvSpPr/>
            <p:nvPr/>
          </p:nvSpPr>
          <p:spPr>
            <a:xfrm>
              <a:off x="414379" y="5181102"/>
              <a:ext cx="336042" cy="402240"/>
            </a:xfrm>
            <a:custGeom>
              <a:avLst/>
              <a:gdLst>
                <a:gd name="connsiteX0" fmla="*/ 49911 w 336042"/>
                <a:gd name="connsiteY0" fmla="*/ 0 h 402240"/>
                <a:gd name="connsiteX1" fmla="*/ 21146 w 336042"/>
                <a:gd name="connsiteY1" fmla="*/ 0 h 402240"/>
                <a:gd name="connsiteX2" fmla="*/ 0 w 336042"/>
                <a:gd name="connsiteY2" fmla="*/ 21145 h 402240"/>
                <a:gd name="connsiteX3" fmla="*/ 0 w 336042"/>
                <a:gd name="connsiteY3" fmla="*/ 381095 h 402240"/>
                <a:gd name="connsiteX4" fmla="*/ 21146 w 336042"/>
                <a:gd name="connsiteY4" fmla="*/ 402241 h 402240"/>
                <a:gd name="connsiteX5" fmla="*/ 314897 w 336042"/>
                <a:gd name="connsiteY5" fmla="*/ 402241 h 402240"/>
                <a:gd name="connsiteX6" fmla="*/ 336042 w 336042"/>
                <a:gd name="connsiteY6" fmla="*/ 381095 h 402240"/>
                <a:gd name="connsiteX7" fmla="*/ 336042 w 336042"/>
                <a:gd name="connsiteY7" fmla="*/ 21145 h 402240"/>
                <a:gd name="connsiteX8" fmla="*/ 314897 w 336042"/>
                <a:gd name="connsiteY8" fmla="*/ 0 h 402240"/>
                <a:gd name="connsiteX9" fmla="*/ 286131 w 336042"/>
                <a:gd name="connsiteY9" fmla="*/ 0 h 40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6042" h="402240">
                  <a:moveTo>
                    <a:pt x="49911" y="0"/>
                  </a:moveTo>
                  <a:lnTo>
                    <a:pt x="21146" y="0"/>
                  </a:lnTo>
                  <a:cubicBezTo>
                    <a:pt x="9430" y="0"/>
                    <a:pt x="0" y="9525"/>
                    <a:pt x="0" y="21145"/>
                  </a:cubicBezTo>
                  <a:lnTo>
                    <a:pt x="0" y="381095"/>
                  </a:lnTo>
                  <a:cubicBezTo>
                    <a:pt x="0" y="392811"/>
                    <a:pt x="9525" y="402241"/>
                    <a:pt x="21146" y="402241"/>
                  </a:cubicBezTo>
                  <a:lnTo>
                    <a:pt x="314897" y="402241"/>
                  </a:lnTo>
                  <a:cubicBezTo>
                    <a:pt x="326612" y="402241"/>
                    <a:pt x="336042" y="392716"/>
                    <a:pt x="336042" y="381095"/>
                  </a:cubicBezTo>
                  <a:lnTo>
                    <a:pt x="336042" y="21145"/>
                  </a:lnTo>
                  <a:cubicBezTo>
                    <a:pt x="336042" y="9430"/>
                    <a:pt x="326517" y="0"/>
                    <a:pt x="314897" y="0"/>
                  </a:cubicBezTo>
                  <a:lnTo>
                    <a:pt x="286131" y="0"/>
                  </a:lnTo>
                </a:path>
              </a:pathLst>
            </a:custGeom>
            <a:noFill/>
            <a:ln w="19050" cap="rnd">
              <a:solidFill>
                <a:schemeClr val="bg1"/>
              </a:solidFill>
              <a:prstDash val="solid"/>
              <a:round/>
            </a:ln>
          </p:spPr>
          <p:txBody>
            <a:bodyPr rtlCol="0" anchor="ctr"/>
            <a:lstStyle/>
            <a:p>
              <a:endParaRPr lang="en-US"/>
            </a:p>
          </p:txBody>
        </p:sp>
        <p:sp>
          <p:nvSpPr>
            <p:cNvPr id="7" name="Freihandform: Form 16">
              <a:extLst>
                <a:ext uri="{FF2B5EF4-FFF2-40B4-BE49-F238E27FC236}">
                  <a16:creationId xmlns:a16="http://schemas.microsoft.com/office/drawing/2014/main" id="{571D0489-DA0C-2585-C382-2DB06F94E107}"/>
                </a:ext>
              </a:extLst>
            </p:cNvPr>
            <p:cNvSpPr/>
            <p:nvPr/>
          </p:nvSpPr>
          <p:spPr>
            <a:xfrm>
              <a:off x="519535" y="5301213"/>
              <a:ext cx="153638" cy="9525"/>
            </a:xfrm>
            <a:custGeom>
              <a:avLst/>
              <a:gdLst>
                <a:gd name="connsiteX0" fmla="*/ 0 w 153638"/>
                <a:gd name="connsiteY0" fmla="*/ 0 h 9525"/>
                <a:gd name="connsiteX1" fmla="*/ 153638 w 153638"/>
                <a:gd name="connsiteY1" fmla="*/ 0 h 9525"/>
              </a:gdLst>
              <a:ahLst/>
              <a:cxnLst>
                <a:cxn ang="0">
                  <a:pos x="connsiteX0" y="connsiteY0"/>
                </a:cxn>
                <a:cxn ang="0">
                  <a:pos x="connsiteX1" y="connsiteY1"/>
                </a:cxn>
              </a:cxnLst>
              <a:rect l="l" t="t" r="r" b="b"/>
              <a:pathLst>
                <a:path w="153638" h="9525">
                  <a:moveTo>
                    <a:pt x="0" y="0"/>
                  </a:moveTo>
                  <a:lnTo>
                    <a:pt x="153638" y="0"/>
                  </a:lnTo>
                </a:path>
              </a:pathLst>
            </a:custGeom>
            <a:ln w="19050" cap="rnd">
              <a:solidFill>
                <a:schemeClr val="bg1"/>
              </a:solidFill>
              <a:prstDash val="solid"/>
              <a:round/>
            </a:ln>
          </p:spPr>
          <p:txBody>
            <a:bodyPr rtlCol="0" anchor="ctr"/>
            <a:lstStyle/>
            <a:p>
              <a:endParaRPr lang="en-US"/>
            </a:p>
          </p:txBody>
        </p:sp>
        <p:sp>
          <p:nvSpPr>
            <p:cNvPr id="8" name="Freihandform: Form 17">
              <a:extLst>
                <a:ext uri="{FF2B5EF4-FFF2-40B4-BE49-F238E27FC236}">
                  <a16:creationId xmlns:a16="http://schemas.microsoft.com/office/drawing/2014/main" id="{DFB869CE-A68F-CBA2-FA26-D3A8B477811F}"/>
                </a:ext>
              </a:extLst>
            </p:cNvPr>
            <p:cNvSpPr/>
            <p:nvPr/>
          </p:nvSpPr>
          <p:spPr>
            <a:xfrm>
              <a:off x="471053" y="5301213"/>
              <a:ext cx="21050" cy="9525"/>
            </a:xfrm>
            <a:custGeom>
              <a:avLst/>
              <a:gdLst>
                <a:gd name="connsiteX0" fmla="*/ 0 w 21050"/>
                <a:gd name="connsiteY0" fmla="*/ 0 h 9525"/>
                <a:gd name="connsiteX1" fmla="*/ 21050 w 21050"/>
                <a:gd name="connsiteY1" fmla="*/ 0 h 9525"/>
              </a:gdLst>
              <a:ahLst/>
              <a:cxnLst>
                <a:cxn ang="0">
                  <a:pos x="connsiteX0" y="connsiteY0"/>
                </a:cxn>
                <a:cxn ang="0">
                  <a:pos x="connsiteX1" y="connsiteY1"/>
                </a:cxn>
              </a:cxnLst>
              <a:rect l="l" t="t" r="r" b="b"/>
              <a:pathLst>
                <a:path w="21050" h="9525">
                  <a:moveTo>
                    <a:pt x="0" y="0"/>
                  </a:moveTo>
                  <a:lnTo>
                    <a:pt x="21050" y="0"/>
                  </a:lnTo>
                </a:path>
              </a:pathLst>
            </a:custGeom>
            <a:ln w="19050" cap="rnd">
              <a:solidFill>
                <a:schemeClr val="bg1"/>
              </a:solidFill>
              <a:prstDash val="solid"/>
              <a:round/>
            </a:ln>
          </p:spPr>
          <p:txBody>
            <a:bodyPr rtlCol="0" anchor="ctr"/>
            <a:lstStyle/>
            <a:p>
              <a:endParaRPr lang="en-US"/>
            </a:p>
          </p:txBody>
        </p:sp>
        <p:sp>
          <p:nvSpPr>
            <p:cNvPr id="9" name="Freihandform: Form 19">
              <a:extLst>
                <a:ext uri="{FF2B5EF4-FFF2-40B4-BE49-F238E27FC236}">
                  <a16:creationId xmlns:a16="http://schemas.microsoft.com/office/drawing/2014/main" id="{F01E4CC0-A80C-5D05-B3E4-37BCF2819BDD}"/>
                </a:ext>
              </a:extLst>
            </p:cNvPr>
            <p:cNvSpPr/>
            <p:nvPr/>
          </p:nvSpPr>
          <p:spPr>
            <a:xfrm>
              <a:off x="519535" y="5364078"/>
              <a:ext cx="153638" cy="9525"/>
            </a:xfrm>
            <a:custGeom>
              <a:avLst/>
              <a:gdLst>
                <a:gd name="connsiteX0" fmla="*/ 0 w 153638"/>
                <a:gd name="connsiteY0" fmla="*/ 0 h 9525"/>
                <a:gd name="connsiteX1" fmla="*/ 153638 w 153638"/>
                <a:gd name="connsiteY1" fmla="*/ 0 h 9525"/>
              </a:gdLst>
              <a:ahLst/>
              <a:cxnLst>
                <a:cxn ang="0">
                  <a:pos x="connsiteX0" y="connsiteY0"/>
                </a:cxn>
                <a:cxn ang="0">
                  <a:pos x="connsiteX1" y="connsiteY1"/>
                </a:cxn>
              </a:cxnLst>
              <a:rect l="l" t="t" r="r" b="b"/>
              <a:pathLst>
                <a:path w="153638" h="9525">
                  <a:moveTo>
                    <a:pt x="0" y="0"/>
                  </a:moveTo>
                  <a:lnTo>
                    <a:pt x="153638" y="0"/>
                  </a:lnTo>
                </a:path>
              </a:pathLst>
            </a:custGeom>
            <a:ln w="19050" cap="rnd">
              <a:solidFill>
                <a:schemeClr val="bg1"/>
              </a:solidFill>
              <a:prstDash val="solid"/>
              <a:round/>
            </a:ln>
          </p:spPr>
          <p:txBody>
            <a:bodyPr rtlCol="0" anchor="ctr"/>
            <a:lstStyle/>
            <a:p>
              <a:endParaRPr lang="en-US"/>
            </a:p>
          </p:txBody>
        </p:sp>
        <p:sp>
          <p:nvSpPr>
            <p:cNvPr id="11" name="Freihandform: Form 20">
              <a:extLst>
                <a:ext uri="{FF2B5EF4-FFF2-40B4-BE49-F238E27FC236}">
                  <a16:creationId xmlns:a16="http://schemas.microsoft.com/office/drawing/2014/main" id="{8EF2E820-D95D-27C6-AA94-8B23FA4780FB}"/>
                </a:ext>
              </a:extLst>
            </p:cNvPr>
            <p:cNvSpPr/>
            <p:nvPr/>
          </p:nvSpPr>
          <p:spPr>
            <a:xfrm>
              <a:off x="471053" y="5364078"/>
              <a:ext cx="21050" cy="9525"/>
            </a:xfrm>
            <a:custGeom>
              <a:avLst/>
              <a:gdLst>
                <a:gd name="connsiteX0" fmla="*/ 0 w 21050"/>
                <a:gd name="connsiteY0" fmla="*/ 0 h 9525"/>
                <a:gd name="connsiteX1" fmla="*/ 21050 w 21050"/>
                <a:gd name="connsiteY1" fmla="*/ 0 h 9525"/>
              </a:gdLst>
              <a:ahLst/>
              <a:cxnLst>
                <a:cxn ang="0">
                  <a:pos x="connsiteX0" y="connsiteY0"/>
                </a:cxn>
                <a:cxn ang="0">
                  <a:pos x="connsiteX1" y="connsiteY1"/>
                </a:cxn>
              </a:cxnLst>
              <a:rect l="l" t="t" r="r" b="b"/>
              <a:pathLst>
                <a:path w="21050" h="9525">
                  <a:moveTo>
                    <a:pt x="0" y="0"/>
                  </a:moveTo>
                  <a:lnTo>
                    <a:pt x="21050" y="0"/>
                  </a:lnTo>
                </a:path>
              </a:pathLst>
            </a:custGeom>
            <a:ln w="19050" cap="rnd">
              <a:solidFill>
                <a:schemeClr val="bg1"/>
              </a:solidFill>
              <a:prstDash val="solid"/>
              <a:round/>
            </a:ln>
          </p:spPr>
          <p:txBody>
            <a:bodyPr rtlCol="0" anchor="ctr"/>
            <a:lstStyle/>
            <a:p>
              <a:endParaRPr lang="en-US"/>
            </a:p>
          </p:txBody>
        </p:sp>
        <p:sp>
          <p:nvSpPr>
            <p:cNvPr id="15" name="Freihandform: Form 21">
              <a:extLst>
                <a:ext uri="{FF2B5EF4-FFF2-40B4-BE49-F238E27FC236}">
                  <a16:creationId xmlns:a16="http://schemas.microsoft.com/office/drawing/2014/main" id="{26972A0E-C116-23AD-ECD9-1BAE187766E2}"/>
                </a:ext>
              </a:extLst>
            </p:cNvPr>
            <p:cNvSpPr/>
            <p:nvPr/>
          </p:nvSpPr>
          <p:spPr>
            <a:xfrm>
              <a:off x="519535" y="5426943"/>
              <a:ext cx="153638" cy="9525"/>
            </a:xfrm>
            <a:custGeom>
              <a:avLst/>
              <a:gdLst>
                <a:gd name="connsiteX0" fmla="*/ 0 w 153638"/>
                <a:gd name="connsiteY0" fmla="*/ 0 h 9525"/>
                <a:gd name="connsiteX1" fmla="*/ 153638 w 153638"/>
                <a:gd name="connsiteY1" fmla="*/ 0 h 9525"/>
              </a:gdLst>
              <a:ahLst/>
              <a:cxnLst>
                <a:cxn ang="0">
                  <a:pos x="connsiteX0" y="connsiteY0"/>
                </a:cxn>
                <a:cxn ang="0">
                  <a:pos x="connsiteX1" y="connsiteY1"/>
                </a:cxn>
              </a:cxnLst>
              <a:rect l="l" t="t" r="r" b="b"/>
              <a:pathLst>
                <a:path w="153638" h="9525">
                  <a:moveTo>
                    <a:pt x="0" y="0"/>
                  </a:moveTo>
                  <a:lnTo>
                    <a:pt x="153638" y="0"/>
                  </a:lnTo>
                </a:path>
              </a:pathLst>
            </a:custGeom>
            <a:ln w="19050" cap="rnd">
              <a:solidFill>
                <a:schemeClr val="bg1"/>
              </a:solidFill>
              <a:prstDash val="solid"/>
              <a:round/>
            </a:ln>
          </p:spPr>
          <p:txBody>
            <a:bodyPr rtlCol="0" anchor="ctr"/>
            <a:lstStyle/>
            <a:p>
              <a:endParaRPr lang="en-US"/>
            </a:p>
          </p:txBody>
        </p:sp>
        <p:sp>
          <p:nvSpPr>
            <p:cNvPr id="16" name="Freihandform: Form 22">
              <a:extLst>
                <a:ext uri="{FF2B5EF4-FFF2-40B4-BE49-F238E27FC236}">
                  <a16:creationId xmlns:a16="http://schemas.microsoft.com/office/drawing/2014/main" id="{31683AEE-8EBD-E072-105C-25C357C464BF}"/>
                </a:ext>
              </a:extLst>
            </p:cNvPr>
            <p:cNvSpPr/>
            <p:nvPr/>
          </p:nvSpPr>
          <p:spPr>
            <a:xfrm>
              <a:off x="471053" y="5426943"/>
              <a:ext cx="21050" cy="9525"/>
            </a:xfrm>
            <a:custGeom>
              <a:avLst/>
              <a:gdLst>
                <a:gd name="connsiteX0" fmla="*/ 0 w 21050"/>
                <a:gd name="connsiteY0" fmla="*/ 0 h 9525"/>
                <a:gd name="connsiteX1" fmla="*/ 21050 w 21050"/>
                <a:gd name="connsiteY1" fmla="*/ 0 h 9525"/>
              </a:gdLst>
              <a:ahLst/>
              <a:cxnLst>
                <a:cxn ang="0">
                  <a:pos x="connsiteX0" y="connsiteY0"/>
                </a:cxn>
                <a:cxn ang="0">
                  <a:pos x="connsiteX1" y="connsiteY1"/>
                </a:cxn>
              </a:cxnLst>
              <a:rect l="l" t="t" r="r" b="b"/>
              <a:pathLst>
                <a:path w="21050" h="9525">
                  <a:moveTo>
                    <a:pt x="0" y="0"/>
                  </a:moveTo>
                  <a:lnTo>
                    <a:pt x="21050" y="0"/>
                  </a:lnTo>
                </a:path>
              </a:pathLst>
            </a:custGeom>
            <a:ln w="19050" cap="rnd">
              <a:solidFill>
                <a:schemeClr val="bg1"/>
              </a:solidFill>
              <a:prstDash val="solid"/>
              <a:round/>
            </a:ln>
          </p:spPr>
          <p:txBody>
            <a:bodyPr rtlCol="0" anchor="ctr"/>
            <a:lstStyle/>
            <a:p>
              <a:endParaRPr lang="en-US"/>
            </a:p>
          </p:txBody>
        </p:sp>
        <p:sp>
          <p:nvSpPr>
            <p:cNvPr id="17" name="Freihandform: Form 23">
              <a:extLst>
                <a:ext uri="{FF2B5EF4-FFF2-40B4-BE49-F238E27FC236}">
                  <a16:creationId xmlns:a16="http://schemas.microsoft.com/office/drawing/2014/main" id="{195D72E2-54D0-FD73-E0E4-F2C1B5CC799A}"/>
                </a:ext>
              </a:extLst>
            </p:cNvPr>
            <p:cNvSpPr/>
            <p:nvPr/>
          </p:nvSpPr>
          <p:spPr>
            <a:xfrm>
              <a:off x="519535" y="5492665"/>
              <a:ext cx="153638" cy="9525"/>
            </a:xfrm>
            <a:custGeom>
              <a:avLst/>
              <a:gdLst>
                <a:gd name="connsiteX0" fmla="*/ 0 w 153638"/>
                <a:gd name="connsiteY0" fmla="*/ 0 h 9525"/>
                <a:gd name="connsiteX1" fmla="*/ 153638 w 153638"/>
                <a:gd name="connsiteY1" fmla="*/ 0 h 9525"/>
              </a:gdLst>
              <a:ahLst/>
              <a:cxnLst>
                <a:cxn ang="0">
                  <a:pos x="connsiteX0" y="connsiteY0"/>
                </a:cxn>
                <a:cxn ang="0">
                  <a:pos x="connsiteX1" y="connsiteY1"/>
                </a:cxn>
              </a:cxnLst>
              <a:rect l="l" t="t" r="r" b="b"/>
              <a:pathLst>
                <a:path w="153638" h="9525">
                  <a:moveTo>
                    <a:pt x="0" y="0"/>
                  </a:moveTo>
                  <a:lnTo>
                    <a:pt x="153638" y="0"/>
                  </a:lnTo>
                </a:path>
              </a:pathLst>
            </a:custGeom>
            <a:ln w="19050" cap="rnd">
              <a:solidFill>
                <a:schemeClr val="bg1"/>
              </a:solidFill>
              <a:prstDash val="solid"/>
              <a:round/>
            </a:ln>
          </p:spPr>
          <p:txBody>
            <a:bodyPr rtlCol="0" anchor="ctr"/>
            <a:lstStyle/>
            <a:p>
              <a:endParaRPr lang="en-US"/>
            </a:p>
          </p:txBody>
        </p:sp>
        <p:sp>
          <p:nvSpPr>
            <p:cNvPr id="18" name="Freihandform: Form 24">
              <a:extLst>
                <a:ext uri="{FF2B5EF4-FFF2-40B4-BE49-F238E27FC236}">
                  <a16:creationId xmlns:a16="http://schemas.microsoft.com/office/drawing/2014/main" id="{AB1604A9-4BFE-0E9B-DF0A-0C8DCF649E78}"/>
                </a:ext>
              </a:extLst>
            </p:cNvPr>
            <p:cNvSpPr/>
            <p:nvPr/>
          </p:nvSpPr>
          <p:spPr>
            <a:xfrm>
              <a:off x="471053" y="5492665"/>
              <a:ext cx="21050" cy="9525"/>
            </a:xfrm>
            <a:custGeom>
              <a:avLst/>
              <a:gdLst>
                <a:gd name="connsiteX0" fmla="*/ 0 w 21050"/>
                <a:gd name="connsiteY0" fmla="*/ 0 h 9525"/>
                <a:gd name="connsiteX1" fmla="*/ 21050 w 21050"/>
                <a:gd name="connsiteY1" fmla="*/ 0 h 9525"/>
              </a:gdLst>
              <a:ahLst/>
              <a:cxnLst>
                <a:cxn ang="0">
                  <a:pos x="connsiteX0" y="connsiteY0"/>
                </a:cxn>
                <a:cxn ang="0">
                  <a:pos x="connsiteX1" y="connsiteY1"/>
                </a:cxn>
              </a:cxnLst>
              <a:rect l="l" t="t" r="r" b="b"/>
              <a:pathLst>
                <a:path w="21050" h="9525">
                  <a:moveTo>
                    <a:pt x="0" y="0"/>
                  </a:moveTo>
                  <a:lnTo>
                    <a:pt x="21050" y="0"/>
                  </a:lnTo>
                </a:path>
              </a:pathLst>
            </a:custGeom>
            <a:ln w="19050" cap="rnd">
              <a:solidFill>
                <a:schemeClr val="bg1"/>
              </a:solidFill>
              <a:prstDash val="solid"/>
              <a:round/>
            </a:ln>
          </p:spPr>
          <p:txBody>
            <a:bodyPr rtlCol="0" anchor="ctr"/>
            <a:lstStyle/>
            <a:p>
              <a:endParaRPr lang="en-US"/>
            </a:p>
          </p:txBody>
        </p:sp>
        <p:sp>
          <p:nvSpPr>
            <p:cNvPr id="19" name="Freihandform: Form 25">
              <a:extLst>
                <a:ext uri="{FF2B5EF4-FFF2-40B4-BE49-F238E27FC236}">
                  <a16:creationId xmlns:a16="http://schemas.microsoft.com/office/drawing/2014/main" id="{851E50A3-3AE5-E570-575C-794893F467A0}"/>
                </a:ext>
              </a:extLst>
            </p:cNvPr>
            <p:cNvSpPr/>
            <p:nvPr/>
          </p:nvSpPr>
          <p:spPr>
            <a:xfrm>
              <a:off x="499152" y="5113856"/>
              <a:ext cx="166496" cy="100107"/>
            </a:xfrm>
            <a:custGeom>
              <a:avLst/>
              <a:gdLst>
                <a:gd name="connsiteX0" fmla="*/ 48197 w 166496"/>
                <a:gd name="connsiteY0" fmla="*/ 35052 h 100107"/>
                <a:gd name="connsiteX1" fmla="*/ 83249 w 166496"/>
                <a:gd name="connsiteY1" fmla="*/ 0 h 100107"/>
                <a:gd name="connsiteX2" fmla="*/ 118301 w 166496"/>
                <a:gd name="connsiteY2" fmla="*/ 35052 h 100107"/>
                <a:gd name="connsiteX3" fmla="*/ 155924 w 166496"/>
                <a:gd name="connsiteY3" fmla="*/ 35052 h 100107"/>
                <a:gd name="connsiteX4" fmla="*/ 166497 w 166496"/>
                <a:gd name="connsiteY4" fmla="*/ 45625 h 100107"/>
                <a:gd name="connsiteX5" fmla="*/ 166497 w 166496"/>
                <a:gd name="connsiteY5" fmla="*/ 100108 h 100107"/>
                <a:gd name="connsiteX6" fmla="*/ 0 w 166496"/>
                <a:gd name="connsiteY6" fmla="*/ 100108 h 100107"/>
                <a:gd name="connsiteX7" fmla="*/ 0 w 166496"/>
                <a:gd name="connsiteY7" fmla="*/ 45625 h 100107"/>
                <a:gd name="connsiteX8" fmla="*/ 10573 w 166496"/>
                <a:gd name="connsiteY8" fmla="*/ 35052 h 100107"/>
                <a:gd name="connsiteX9" fmla="*/ 48197 w 166496"/>
                <a:gd name="connsiteY9" fmla="*/ 35052 h 100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496" h="100107">
                  <a:moveTo>
                    <a:pt x="48197" y="35052"/>
                  </a:moveTo>
                  <a:cubicBezTo>
                    <a:pt x="48197" y="15716"/>
                    <a:pt x="63913" y="0"/>
                    <a:pt x="83249" y="0"/>
                  </a:cubicBezTo>
                  <a:cubicBezTo>
                    <a:pt x="102584" y="0"/>
                    <a:pt x="118301" y="15716"/>
                    <a:pt x="118301" y="35052"/>
                  </a:cubicBezTo>
                  <a:lnTo>
                    <a:pt x="155924" y="35052"/>
                  </a:lnTo>
                  <a:cubicBezTo>
                    <a:pt x="161735" y="35052"/>
                    <a:pt x="166497" y="39815"/>
                    <a:pt x="166497" y="45625"/>
                  </a:cubicBezTo>
                  <a:lnTo>
                    <a:pt x="166497" y="100108"/>
                  </a:lnTo>
                  <a:lnTo>
                    <a:pt x="0" y="100108"/>
                  </a:lnTo>
                  <a:lnTo>
                    <a:pt x="0" y="45625"/>
                  </a:lnTo>
                  <a:cubicBezTo>
                    <a:pt x="0" y="39815"/>
                    <a:pt x="4763" y="35052"/>
                    <a:pt x="10573" y="35052"/>
                  </a:cubicBezTo>
                  <a:lnTo>
                    <a:pt x="48197" y="35052"/>
                  </a:lnTo>
                  <a:close/>
                </a:path>
              </a:pathLst>
            </a:custGeom>
            <a:noFill/>
            <a:ln w="19050" cap="rnd">
              <a:solidFill>
                <a:schemeClr val="bg1"/>
              </a:solidFill>
              <a:prstDash val="solid"/>
              <a:round/>
            </a:ln>
          </p:spPr>
          <p:txBody>
            <a:bodyPr rtlCol="0" anchor="ctr"/>
            <a:lstStyle/>
            <a:p>
              <a:endParaRPr lang="en-US"/>
            </a:p>
          </p:txBody>
        </p:sp>
      </p:grpSp>
      <p:sp>
        <p:nvSpPr>
          <p:cNvPr id="21" name="Foliennummernplatzhalter 5">
            <a:extLst>
              <a:ext uri="{FF2B5EF4-FFF2-40B4-BE49-F238E27FC236}">
                <a16:creationId xmlns:a16="http://schemas.microsoft.com/office/drawing/2014/main" id="{E9CCAF84-2CE6-76DA-BA3D-B97E2C7CFA47}"/>
              </a:ext>
            </a:extLst>
          </p:cNvPr>
          <p:cNvSpPr>
            <a:spLocks noGrp="1"/>
          </p:cNvSpPr>
          <p:nvPr>
            <p:ph type="sldNum" sz="quarter" idx="4"/>
          </p:nvPr>
        </p:nvSpPr>
        <p:spPr bwMode="gray">
          <a:xfrm>
            <a:off x="5868364" y="6590135"/>
            <a:ext cx="300942" cy="143567"/>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a:t>
            </a:fld>
            <a:endParaRPr lang="en-US" dirty="0"/>
          </a:p>
        </p:txBody>
      </p:sp>
      <p:sp>
        <p:nvSpPr>
          <p:cNvPr id="10" name="Fußzeilenplatzhalter 9">
            <a:extLst>
              <a:ext uri="{FF2B5EF4-FFF2-40B4-BE49-F238E27FC236}">
                <a16:creationId xmlns:a16="http://schemas.microsoft.com/office/drawing/2014/main" id="{B7FC136B-D924-4C67-7D2E-7A799B2DDB4F}"/>
              </a:ext>
            </a:extLst>
          </p:cNvPr>
          <p:cNvSpPr>
            <a:spLocks noGrp="1"/>
          </p:cNvSpPr>
          <p:nvPr>
            <p:ph type="ftr" sz="quarter" idx="94"/>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12" name="Textplatzhalter 11">
            <a:extLst>
              <a:ext uri="{FF2B5EF4-FFF2-40B4-BE49-F238E27FC236}">
                <a16:creationId xmlns:a16="http://schemas.microsoft.com/office/drawing/2014/main" id="{DDF2E0D5-A72F-FA1F-9825-9027D5F92333}"/>
              </a:ext>
            </a:extLst>
          </p:cNvPr>
          <p:cNvSpPr>
            <a:spLocks noGrp="1"/>
          </p:cNvSpPr>
          <p:nvPr>
            <p:ph type="body" sz="quarter" idx="96" hasCustomPrompt="1"/>
          </p:nvPr>
        </p:nvSpPr>
        <p:spPr>
          <a:xfrm>
            <a:off x="295275" y="1385888"/>
            <a:ext cx="11596688" cy="3409951"/>
          </a:xfrm>
        </p:spPr>
        <p:txBody>
          <a:bodyPr/>
          <a:lstStyle/>
          <a:p>
            <a:pPr lvl="0"/>
            <a:r>
              <a:rPr lang="de-DE" dirty="0"/>
              <a:t>List </a:t>
            </a:r>
            <a:r>
              <a:rPr lang="de-DE" dirty="0" err="1"/>
              <a:t>here</a:t>
            </a:r>
            <a:r>
              <a:rPr lang="de-DE" dirty="0"/>
              <a:t> </a:t>
            </a:r>
            <a:r>
              <a:rPr lang="de-DE" dirty="0" err="1"/>
              <a:t>some</a:t>
            </a:r>
            <a:r>
              <a:rPr lang="de-DE" dirty="0"/>
              <a:t> </a:t>
            </a:r>
            <a:r>
              <a:rPr lang="de-DE" dirty="0" err="1"/>
              <a:t>topics</a:t>
            </a:r>
            <a:r>
              <a:rPr lang="de-DE" dirty="0"/>
              <a:t> </a:t>
            </a:r>
            <a:r>
              <a:rPr lang="de-DE" dirty="0" err="1"/>
              <a:t>about</a:t>
            </a:r>
            <a:r>
              <a:rPr lang="de-DE" dirty="0"/>
              <a:t> </a:t>
            </a:r>
            <a:r>
              <a:rPr lang="de-DE" dirty="0" err="1"/>
              <a:t>the</a:t>
            </a:r>
            <a:r>
              <a:rPr lang="de-DE" dirty="0"/>
              <a:t> </a:t>
            </a:r>
            <a:r>
              <a:rPr lang="de-DE" dirty="0" err="1"/>
              <a:t>product</a:t>
            </a:r>
            <a:r>
              <a:rPr lang="de-DE" dirty="0"/>
              <a:t>/</a:t>
            </a:r>
            <a:r>
              <a:rPr lang="de-DE" dirty="0" err="1"/>
              <a:t>project</a:t>
            </a:r>
            <a:r>
              <a:rPr lang="de-DE" dirty="0"/>
              <a:t> </a:t>
            </a:r>
            <a:r>
              <a:rPr lang="de-DE" dirty="0" err="1"/>
              <a:t>that</a:t>
            </a:r>
            <a:r>
              <a:rPr lang="de-DE" dirty="0"/>
              <a:t> </a:t>
            </a:r>
            <a:r>
              <a:rPr lang="de-DE" dirty="0" err="1"/>
              <a:t>the</a:t>
            </a:r>
            <a:r>
              <a:rPr lang="de-DE" dirty="0"/>
              <a:t> </a:t>
            </a:r>
            <a:r>
              <a:rPr lang="de-DE" dirty="0" err="1"/>
              <a:t>presentation</a:t>
            </a:r>
            <a:r>
              <a:rPr lang="de-DE" dirty="0"/>
              <a:t> </a:t>
            </a:r>
            <a:r>
              <a:rPr lang="de-DE" dirty="0" err="1"/>
              <a:t>page</a:t>
            </a:r>
            <a:r>
              <a:rPr lang="de-DE" dirty="0"/>
              <a:t> </a:t>
            </a:r>
            <a:r>
              <a:rPr lang="de-DE" dirty="0" err="1"/>
              <a:t>is</a:t>
            </a:r>
            <a:r>
              <a:rPr lang="de-DE" dirty="0"/>
              <a:t> </a:t>
            </a:r>
            <a:r>
              <a:rPr lang="de-DE" dirty="0" err="1"/>
              <a:t>about</a:t>
            </a:r>
            <a:endParaRPr lang="de-DE" dirty="0"/>
          </a:p>
          <a:p>
            <a:pPr lvl="1"/>
            <a:r>
              <a:rPr lang="de-DE" dirty="0"/>
              <a:t>2nd </a:t>
            </a:r>
            <a:r>
              <a:rPr lang="de-DE" dirty="0" err="1"/>
              <a:t>level</a:t>
            </a:r>
            <a:endParaRPr lang="de-DE" dirty="0"/>
          </a:p>
          <a:p>
            <a:pPr lvl="2"/>
            <a:r>
              <a:rPr lang="de-DE" dirty="0"/>
              <a:t>3rd </a:t>
            </a:r>
            <a:r>
              <a:rPr lang="de-DE" dirty="0" err="1"/>
              <a:t>level</a:t>
            </a:r>
            <a:endParaRPr lang="de-DE" dirty="0"/>
          </a:p>
          <a:p>
            <a:pPr lvl="3"/>
            <a:r>
              <a:rPr lang="de-DE" dirty="0"/>
              <a:t>4th </a:t>
            </a:r>
            <a:r>
              <a:rPr lang="de-DE" dirty="0" err="1"/>
              <a:t>lvel</a:t>
            </a:r>
            <a:endParaRPr lang="de-DE" dirty="0"/>
          </a:p>
          <a:p>
            <a:pPr lvl="4"/>
            <a:r>
              <a:rPr lang="de-DE" dirty="0"/>
              <a:t>5th </a:t>
            </a:r>
            <a:r>
              <a:rPr lang="de-DE" dirty="0" err="1"/>
              <a:t>level</a:t>
            </a:r>
            <a:endParaRPr lang="de-DE" dirty="0"/>
          </a:p>
        </p:txBody>
      </p:sp>
      <p:sp>
        <p:nvSpPr>
          <p:cNvPr id="23" name="Textplatzhalter 22">
            <a:extLst>
              <a:ext uri="{FF2B5EF4-FFF2-40B4-BE49-F238E27FC236}">
                <a16:creationId xmlns:a16="http://schemas.microsoft.com/office/drawing/2014/main" id="{140AE07F-DC1F-F5AD-80E5-BA0219AAD6D7}"/>
              </a:ext>
            </a:extLst>
          </p:cNvPr>
          <p:cNvSpPr>
            <a:spLocks noGrp="1"/>
          </p:cNvSpPr>
          <p:nvPr>
            <p:ph type="body" sz="quarter" idx="97" hasCustomPrompt="1"/>
          </p:nvPr>
        </p:nvSpPr>
        <p:spPr>
          <a:xfrm>
            <a:off x="1589087" y="4794387"/>
            <a:ext cx="10302875" cy="1441450"/>
          </a:xfrm>
          <a:solidFill>
            <a:srgbClr val="003C64"/>
          </a:solidFill>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List </a:t>
            </a:r>
            <a:r>
              <a:rPr lang="de-DE" dirty="0" err="1"/>
              <a:t>here</a:t>
            </a:r>
            <a:r>
              <a:rPr lang="de-DE" dirty="0"/>
              <a:t> </a:t>
            </a:r>
            <a:r>
              <a:rPr lang="de-DE" dirty="0" err="1"/>
              <a:t>some</a:t>
            </a:r>
            <a:r>
              <a:rPr lang="de-DE" dirty="0"/>
              <a:t> </a:t>
            </a:r>
            <a:r>
              <a:rPr lang="de-DE" dirty="0" err="1"/>
              <a:t>summary</a:t>
            </a:r>
            <a:r>
              <a:rPr lang="de-DE" dirty="0"/>
              <a:t> </a:t>
            </a:r>
            <a:r>
              <a:rPr lang="de-DE" dirty="0" err="1"/>
              <a:t>topics</a:t>
            </a:r>
            <a:endParaRPr lang="de-DE" dirty="0"/>
          </a:p>
          <a:p>
            <a:pPr lvl="1"/>
            <a:r>
              <a:rPr lang="de-DE" dirty="0"/>
              <a:t>2nd </a:t>
            </a:r>
            <a:r>
              <a:rPr lang="de-DE" dirty="0" err="1"/>
              <a:t>level</a:t>
            </a:r>
            <a:endParaRPr lang="de-DE" dirty="0"/>
          </a:p>
          <a:p>
            <a:pPr lvl="2"/>
            <a:r>
              <a:rPr lang="de-DE" dirty="0"/>
              <a:t>3rd </a:t>
            </a:r>
            <a:r>
              <a:rPr lang="de-DE" dirty="0" err="1"/>
              <a:t>level</a:t>
            </a:r>
            <a:endParaRPr lang="de-DE" dirty="0"/>
          </a:p>
          <a:p>
            <a:pPr lvl="3"/>
            <a:r>
              <a:rPr lang="de-DE" dirty="0"/>
              <a:t>4th </a:t>
            </a:r>
            <a:r>
              <a:rPr lang="de-DE" dirty="0" err="1"/>
              <a:t>level</a:t>
            </a:r>
            <a:endParaRPr lang="de-DE" dirty="0"/>
          </a:p>
        </p:txBody>
      </p:sp>
    </p:spTree>
    <p:extLst>
      <p:ext uri="{BB962C8B-B14F-4D97-AF65-F5344CB8AC3E}">
        <p14:creationId xmlns:p14="http://schemas.microsoft.com/office/powerpoint/2010/main" val="120837010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ext &amp; Image">
    <p:spTree>
      <p:nvGrpSpPr>
        <p:cNvPr id="1" name=""/>
        <p:cNvGrpSpPr/>
        <p:nvPr/>
      </p:nvGrpSpPr>
      <p:grpSpPr>
        <a:xfrm>
          <a:off x="0" y="0"/>
          <a:ext cx="0" cy="0"/>
          <a:chOff x="0" y="0"/>
          <a:chExt cx="0" cy="0"/>
        </a:xfrm>
      </p:grpSpPr>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Title</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sp>
        <p:nvSpPr>
          <p:cNvPr id="4" name="Textplatzhalter 3">
            <a:extLst>
              <a:ext uri="{FF2B5EF4-FFF2-40B4-BE49-F238E27FC236}">
                <a16:creationId xmlns:a16="http://schemas.microsoft.com/office/drawing/2014/main" id="{F7C57F90-1CCD-0A57-02FE-30DDD873FEE5}"/>
              </a:ext>
            </a:extLst>
          </p:cNvPr>
          <p:cNvSpPr>
            <a:spLocks noGrp="1"/>
          </p:cNvSpPr>
          <p:nvPr>
            <p:ph type="body" sz="quarter" idx="27" hasCustomPrompt="1"/>
          </p:nvPr>
        </p:nvSpPr>
        <p:spPr>
          <a:xfrm rot="5400000">
            <a:off x="6171264" y="512580"/>
            <a:ext cx="4856914" cy="6584483"/>
          </a:xfrm>
          <a:prstGeom prst="round1Rect">
            <a:avLst>
              <a:gd name="adj" fmla="val 15230"/>
            </a:avLst>
          </a:prstGeom>
          <a:solidFill>
            <a:srgbClr val="F0F0F0"/>
          </a:solidFill>
        </p:spPr>
        <p:txBody>
          <a:bodyPr vert="vert270" lIns="1116000" tIns="576000" rIns="900000" bIns="576000" anchor="ctr">
            <a:noAutofit/>
          </a:bodyPr>
          <a:lstStyle>
            <a:lvl1pPr>
              <a:spcAft>
                <a:spcPts val="1800"/>
              </a:spcAft>
              <a:defRPr/>
            </a:lvl1pPr>
            <a:lvl2pPr marL="360000" indent="-180000">
              <a:spcBef>
                <a:spcPts val="600"/>
              </a:spcBef>
              <a:buFont typeface="Arial" panose="020B0604020202020204" pitchFamily="34" charset="0"/>
              <a:buChar char="•"/>
              <a:defRPr/>
            </a:lvl2pPr>
            <a:lvl3pPr marL="540000" indent="-180000">
              <a:buFont typeface="Symbol" pitchFamily="2" charset="2"/>
              <a:buChar char="-"/>
              <a:defRPr/>
            </a:lvl3pPr>
            <a:lvl4pPr marL="720000" indent="-180000">
              <a:buFont typeface="Arial" panose="020B0604020202020204" pitchFamily="34" charset="0"/>
              <a:buChar char="•"/>
              <a:defRPr/>
            </a:lvl4pPr>
            <a:lvl5pPr marL="900000" indent="-180000">
              <a:buFont typeface="Symbol" pitchFamily="2" charset="2"/>
              <a:buChar char="-"/>
              <a:defRPr/>
            </a:lvl5pPr>
          </a:lstStyle>
          <a:p>
            <a:pPr marL="0" marR="0" lvl="0" indent="0" algn="l" defTabSz="914400" rtl="0" eaLnBrk="1" fontAlgn="auto" latinLnBrk="0" hangingPunct="1">
              <a:lnSpc>
                <a:spcPct val="100000"/>
              </a:lnSpc>
              <a:spcBef>
                <a:spcPts val="1200"/>
              </a:spcBef>
              <a:spcAft>
                <a:spcPts val="1800"/>
              </a:spcAft>
              <a:buClr>
                <a:schemeClr val="tx1"/>
              </a:buClr>
              <a:buSzPct val="130000"/>
              <a:buFontTx/>
              <a:buNone/>
              <a:tabLst/>
              <a:defRPr/>
            </a:pPr>
            <a:r>
              <a:rPr lang="en-US" dirty="0"/>
              <a:t>List here some topics about the product/project that the presentation page is about.</a:t>
            </a:r>
            <a:endParaRPr lang="de-DE" dirty="0"/>
          </a:p>
          <a:p>
            <a:pPr lvl="1"/>
            <a:r>
              <a:rPr lang="de-DE" dirty="0"/>
              <a:t>1st </a:t>
            </a:r>
            <a:r>
              <a:rPr lang="de-DE" dirty="0" err="1"/>
              <a:t>level</a:t>
            </a:r>
            <a:endParaRPr lang="de-DE" dirty="0"/>
          </a:p>
          <a:p>
            <a:pPr lvl="2"/>
            <a:r>
              <a:rPr lang="de-DE" dirty="0"/>
              <a:t>2nd </a:t>
            </a:r>
            <a:r>
              <a:rPr lang="de-DE" dirty="0" err="1"/>
              <a:t>level</a:t>
            </a:r>
            <a:endParaRPr lang="de-DE" dirty="0"/>
          </a:p>
          <a:p>
            <a:pPr lvl="3"/>
            <a:r>
              <a:rPr lang="de-DE" dirty="0"/>
              <a:t>3rd </a:t>
            </a:r>
            <a:r>
              <a:rPr lang="de-DE" dirty="0" err="1"/>
              <a:t>level</a:t>
            </a:r>
            <a:endParaRPr lang="de-DE" dirty="0"/>
          </a:p>
          <a:p>
            <a:pPr lvl="4"/>
            <a:r>
              <a:rPr lang="de-DE" dirty="0"/>
              <a:t>4th </a:t>
            </a:r>
            <a:r>
              <a:rPr lang="de-DE" dirty="0" err="1"/>
              <a:t>level</a:t>
            </a:r>
            <a:endParaRPr lang="de-DE" dirty="0"/>
          </a:p>
        </p:txBody>
      </p:sp>
      <p:sp>
        <p:nvSpPr>
          <p:cNvPr id="3" name="Foliennummernplatzhalter 5">
            <a:extLst>
              <a:ext uri="{FF2B5EF4-FFF2-40B4-BE49-F238E27FC236}">
                <a16:creationId xmlns:a16="http://schemas.microsoft.com/office/drawing/2014/main" id="{4F973990-5DDF-3952-3C8C-CCE845D77067}"/>
              </a:ext>
            </a:extLst>
          </p:cNvPr>
          <p:cNvSpPr>
            <a:spLocks noGrp="1"/>
          </p:cNvSpPr>
          <p:nvPr>
            <p:ph type="sldNum" sz="quarter" idx="4"/>
          </p:nvPr>
        </p:nvSpPr>
        <p:spPr bwMode="gray">
          <a:xfrm>
            <a:off x="5868364" y="6590135"/>
            <a:ext cx="300942" cy="143567"/>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a:t>
            </a:fld>
            <a:endParaRPr lang="en-US" dirty="0"/>
          </a:p>
        </p:txBody>
      </p:sp>
      <p:sp>
        <p:nvSpPr>
          <p:cNvPr id="6" name="Bildplatzhalter 55">
            <a:extLst>
              <a:ext uri="{FF2B5EF4-FFF2-40B4-BE49-F238E27FC236}">
                <a16:creationId xmlns:a16="http://schemas.microsoft.com/office/drawing/2014/main" id="{52426F05-C221-D68A-B700-30110BEBE41A}"/>
              </a:ext>
            </a:extLst>
          </p:cNvPr>
          <p:cNvSpPr>
            <a:spLocks noGrp="1"/>
          </p:cNvSpPr>
          <p:nvPr>
            <p:ph type="pic" sz="quarter" idx="57" hasCustomPrompt="1"/>
          </p:nvPr>
        </p:nvSpPr>
        <p:spPr>
          <a:xfrm>
            <a:off x="298799" y="1376363"/>
            <a:ext cx="5008680" cy="4860925"/>
          </a:xfrm>
          <a:prstGeom prst="rect">
            <a:avLst/>
          </a:prstGeom>
        </p:spPr>
        <p:txBody>
          <a:bodyPr/>
          <a:lstStyle>
            <a:lvl1pPr algn="l">
              <a:defRPr sz="1200"/>
            </a:lvl1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en-US" dirty="0"/>
              <a:t>Add an image by clicking on the icon</a:t>
            </a:r>
            <a:endParaRPr lang="de-DE" dirty="0"/>
          </a:p>
        </p:txBody>
      </p:sp>
      <p:sp>
        <p:nvSpPr>
          <p:cNvPr id="5" name="Fußzeilenplatzhalter 4">
            <a:extLst>
              <a:ext uri="{FF2B5EF4-FFF2-40B4-BE49-F238E27FC236}">
                <a16:creationId xmlns:a16="http://schemas.microsoft.com/office/drawing/2014/main" id="{B2817E3F-0C71-95AB-75F8-A6653A5E1894}"/>
              </a:ext>
            </a:extLst>
          </p:cNvPr>
          <p:cNvSpPr>
            <a:spLocks noGrp="1"/>
          </p:cNvSpPr>
          <p:nvPr>
            <p:ph type="ftr" sz="quarter" idx="58"/>
          </p:nvPr>
        </p:nvSpPr>
        <p:spPr/>
        <p:txBody>
          <a:bodyPr/>
          <a:lstStyle/>
          <a:p>
            <a:r>
              <a:rPr lang="de-DE">
                <a:solidFill>
                  <a:schemeClr val="tx1"/>
                </a:solidFill>
              </a:rPr>
              <a:t>Presentation title | Confidentiality rating   © Diehl Aerospace – a Joint Diehl Thales Company</a:t>
            </a:r>
          </a:p>
          <a:p>
            <a:endParaRPr lang="de-DE" dirty="0"/>
          </a:p>
        </p:txBody>
      </p:sp>
    </p:spTree>
    <p:extLst>
      <p:ext uri="{BB962C8B-B14F-4D97-AF65-F5344CB8AC3E}">
        <p14:creationId xmlns:p14="http://schemas.microsoft.com/office/powerpoint/2010/main" val="348363474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Image">
    <p:spTree>
      <p:nvGrpSpPr>
        <p:cNvPr id="1" name=""/>
        <p:cNvGrpSpPr/>
        <p:nvPr/>
      </p:nvGrpSpPr>
      <p:grpSpPr>
        <a:xfrm>
          <a:off x="0" y="0"/>
          <a:ext cx="0" cy="0"/>
          <a:chOff x="0" y="0"/>
          <a:chExt cx="0" cy="0"/>
        </a:xfrm>
      </p:grpSpPr>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dirty="0"/>
              <a:t>Title</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lIns="0" anchor="ctr"/>
          <a:lstStyle>
            <a:lvl1pPr marL="0" indent="0">
              <a:buNone/>
              <a:defRPr>
                <a:solidFill>
                  <a:schemeClr val="accent1"/>
                </a:solidFill>
              </a:defRPr>
            </a:lvl1pPr>
          </a:lstStyle>
          <a:p>
            <a:pPr lvl="0"/>
            <a:r>
              <a:rPr lang="de-DE" dirty="0" err="1"/>
              <a:t>Subtitle</a:t>
            </a:r>
            <a:endParaRPr lang="de-DE" dirty="0"/>
          </a:p>
        </p:txBody>
      </p:sp>
      <p:pic>
        <p:nvPicPr>
          <p:cNvPr id="26" name="Grafik 25">
            <a:extLst>
              <a:ext uri="{FF2B5EF4-FFF2-40B4-BE49-F238E27FC236}">
                <a16:creationId xmlns:a16="http://schemas.microsoft.com/office/drawing/2014/main" id="{726C0DC0-45C9-ADAC-FA54-6F9D304F48F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376363"/>
            <a:ext cx="11891962" cy="4863080"/>
          </a:xfrm>
          <a:custGeom>
            <a:avLst/>
            <a:gdLst>
              <a:gd name="connsiteX0" fmla="*/ 0 w 11891962"/>
              <a:gd name="connsiteY0" fmla="*/ 0 h 6561138"/>
              <a:gd name="connsiteX1" fmla="*/ 11891962 w 11891962"/>
              <a:gd name="connsiteY1" fmla="*/ 0 h 6561138"/>
              <a:gd name="connsiteX2" fmla="*/ 11891962 w 11891962"/>
              <a:gd name="connsiteY2" fmla="*/ 5555709 h 6561138"/>
              <a:gd name="connsiteX3" fmla="*/ 10886533 w 11891962"/>
              <a:gd name="connsiteY3" fmla="*/ 6561138 h 6561138"/>
              <a:gd name="connsiteX4" fmla="*/ 0 w 11891962"/>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2" h="6561138">
                <a:moveTo>
                  <a:pt x="0" y="0"/>
                </a:moveTo>
                <a:lnTo>
                  <a:pt x="11891962" y="0"/>
                </a:lnTo>
                <a:lnTo>
                  <a:pt x="11891962" y="5555709"/>
                </a:lnTo>
                <a:cubicBezTo>
                  <a:pt x="11891962" y="6110992"/>
                  <a:pt x="11441816" y="6561138"/>
                  <a:pt x="10886533" y="6561138"/>
                </a:cubicBezTo>
                <a:lnTo>
                  <a:pt x="0" y="6561138"/>
                </a:lnTo>
                <a:close/>
              </a:path>
            </a:pathLst>
          </a:custGeom>
          <a:noFill/>
        </p:spPr>
      </p:pic>
      <p:sp>
        <p:nvSpPr>
          <p:cNvPr id="3" name="Foliennummernplatzhalter 5">
            <a:extLst>
              <a:ext uri="{FF2B5EF4-FFF2-40B4-BE49-F238E27FC236}">
                <a16:creationId xmlns:a16="http://schemas.microsoft.com/office/drawing/2014/main" id="{F818E055-74C4-7C27-6E47-B4E1ECC9B7FB}"/>
              </a:ext>
            </a:extLst>
          </p:cNvPr>
          <p:cNvSpPr>
            <a:spLocks noGrp="1"/>
          </p:cNvSpPr>
          <p:nvPr>
            <p:ph type="sldNum" sz="quarter" idx="4"/>
          </p:nvPr>
        </p:nvSpPr>
        <p:spPr bwMode="gray">
          <a:xfrm>
            <a:off x="5868364" y="6590135"/>
            <a:ext cx="300942" cy="143567"/>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a:t>
            </a:fld>
            <a:endParaRPr lang="en-US" dirty="0"/>
          </a:p>
        </p:txBody>
      </p:sp>
      <p:sp>
        <p:nvSpPr>
          <p:cNvPr id="4" name="Fußzeilenplatzhalter 3">
            <a:extLst>
              <a:ext uri="{FF2B5EF4-FFF2-40B4-BE49-F238E27FC236}">
                <a16:creationId xmlns:a16="http://schemas.microsoft.com/office/drawing/2014/main" id="{B114B6EA-2BE5-ED0C-1B33-9C6834A43AC1}"/>
              </a:ext>
            </a:extLst>
          </p:cNvPr>
          <p:cNvSpPr>
            <a:spLocks noGrp="1"/>
          </p:cNvSpPr>
          <p:nvPr>
            <p:ph type="ftr" sz="quarter" idx="27"/>
          </p:nvPr>
        </p:nvSpPr>
        <p:spPr/>
        <p:txBody>
          <a:bodyPr/>
          <a:lstStyle/>
          <a:p>
            <a:r>
              <a:rPr lang="de-DE">
                <a:solidFill>
                  <a:schemeClr val="tx1"/>
                </a:solidFill>
              </a:rPr>
              <a:t>Presentation title | Confidentiality rating   © Diehl Aerospace – a Joint Diehl Thales Company	</a:t>
            </a:r>
          </a:p>
          <a:p>
            <a:endParaRPr lang="de-DE" dirty="0"/>
          </a:p>
        </p:txBody>
      </p:sp>
    </p:spTree>
    <p:extLst>
      <p:ext uri="{BB962C8B-B14F-4D97-AF65-F5344CB8AC3E}">
        <p14:creationId xmlns:p14="http://schemas.microsoft.com/office/powerpoint/2010/main" val="309357051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rporate Ending_1">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3DCA268-FE3A-0434-C5AA-0AAE9567FC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28" y="0"/>
            <a:ext cx="11901691" cy="6237288"/>
          </a:xfrm>
          <a:custGeom>
            <a:avLst/>
            <a:gdLst>
              <a:gd name="connsiteX0" fmla="*/ 0 w 11891963"/>
              <a:gd name="connsiteY0" fmla="*/ 0 h 6561138"/>
              <a:gd name="connsiteX1" fmla="*/ 11891963 w 11891963"/>
              <a:gd name="connsiteY1" fmla="*/ 0 h 6561138"/>
              <a:gd name="connsiteX2" fmla="*/ 11891963 w 11891963"/>
              <a:gd name="connsiteY2" fmla="*/ 5555709 h 6561138"/>
              <a:gd name="connsiteX3" fmla="*/ 10886534 w 11891963"/>
              <a:gd name="connsiteY3" fmla="*/ 6561138 h 6561138"/>
              <a:gd name="connsiteX4" fmla="*/ 0 w 11891963"/>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3" h="6561138">
                <a:moveTo>
                  <a:pt x="0" y="0"/>
                </a:moveTo>
                <a:lnTo>
                  <a:pt x="11891963" y="0"/>
                </a:lnTo>
                <a:lnTo>
                  <a:pt x="11891963" y="5555709"/>
                </a:lnTo>
                <a:cubicBezTo>
                  <a:pt x="11891963" y="6110992"/>
                  <a:pt x="11441817" y="6561138"/>
                  <a:pt x="10886534" y="6561138"/>
                </a:cubicBezTo>
                <a:lnTo>
                  <a:pt x="0" y="6561138"/>
                </a:lnTo>
                <a:close/>
              </a:path>
            </a:pathLst>
          </a:custGeom>
        </p:spPr>
      </p:pic>
      <p:sp>
        <p:nvSpPr>
          <p:cNvPr id="12" name="Textfeld 11">
            <a:extLst>
              <a:ext uri="{FF2B5EF4-FFF2-40B4-BE49-F238E27FC236}">
                <a16:creationId xmlns:a16="http://schemas.microsoft.com/office/drawing/2014/main" id="{871149B7-D1A4-00C8-1AB6-B58549B64D43}"/>
              </a:ext>
            </a:extLst>
          </p:cNvPr>
          <p:cNvSpPr txBox="1"/>
          <p:nvPr userDrawn="1"/>
        </p:nvSpPr>
        <p:spPr>
          <a:xfrm>
            <a:off x="295200" y="3835368"/>
            <a:ext cx="2662601" cy="3022632"/>
          </a:xfrm>
          <a:prstGeom prst="round1Rect">
            <a:avLst>
              <a:gd name="adj" fmla="val 18664"/>
            </a:avLst>
          </a:prstGeom>
          <a:solidFill>
            <a:schemeClr val="accent1"/>
          </a:solidFill>
        </p:spPr>
        <p:txBody>
          <a:bodyPr wrap="square" lIns="442800" tIns="396000" rIns="295200" bIns="540000">
            <a:noAutofit/>
          </a:bodyPr>
          <a:lstStyle/>
          <a:p>
            <a:br>
              <a:rPr lang="de-DE" sz="1100" dirty="0">
                <a:solidFill>
                  <a:schemeClr val="bg1"/>
                </a:solidFill>
                <a:effectLst/>
                <a:latin typeface="Tahoma" panose="020B0604030504040204" pitchFamily="34" charset="0"/>
              </a:rPr>
            </a:br>
            <a:r>
              <a:rPr lang="de-DE" sz="1100" dirty="0">
                <a:solidFill>
                  <a:schemeClr val="bg1"/>
                </a:solidFill>
                <a:effectLst/>
                <a:latin typeface="Tahoma" panose="020B0604030504040204" pitchFamily="34" charset="0"/>
              </a:rPr>
              <a:t>Diehl Aerospace GmbH</a:t>
            </a:r>
            <a:br>
              <a:rPr lang="de-DE" sz="1100" dirty="0">
                <a:solidFill>
                  <a:schemeClr val="bg1"/>
                </a:solidFill>
                <a:effectLst/>
                <a:latin typeface="Tahoma" panose="020B0604030504040204" pitchFamily="34" charset="0"/>
              </a:rPr>
            </a:br>
            <a:r>
              <a:rPr lang="de-DE" sz="1100" dirty="0">
                <a:solidFill>
                  <a:schemeClr val="bg1"/>
                </a:solidFill>
                <a:effectLst/>
                <a:latin typeface="Tahoma" panose="020B0604030504040204" pitchFamily="34" charset="0"/>
              </a:rPr>
              <a:t>Alte Nußdorfer Straße 23</a:t>
            </a:r>
            <a:br>
              <a:rPr lang="de-DE" sz="1100" dirty="0">
                <a:solidFill>
                  <a:schemeClr val="bg1"/>
                </a:solidFill>
                <a:effectLst/>
                <a:latin typeface="Tahoma" panose="020B0604030504040204" pitchFamily="34" charset="0"/>
              </a:rPr>
            </a:br>
            <a:r>
              <a:rPr lang="de-DE" sz="1100" dirty="0">
                <a:solidFill>
                  <a:schemeClr val="bg1"/>
                </a:solidFill>
                <a:effectLst/>
                <a:latin typeface="Tahoma" panose="020B0604030504040204" pitchFamily="34" charset="0"/>
              </a:rPr>
              <a:t>88662 Überlingen</a:t>
            </a:r>
            <a:br>
              <a:rPr lang="de-DE" sz="1100" dirty="0">
                <a:solidFill>
                  <a:schemeClr val="bg1"/>
                </a:solidFill>
                <a:effectLst/>
                <a:latin typeface="Tahoma" panose="020B0604030504040204" pitchFamily="34" charset="0"/>
              </a:rPr>
            </a:br>
            <a:r>
              <a:rPr lang="de-DE" sz="1100" b="0" i="0" u="none" strike="noStrike" baseline="0" dirty="0">
                <a:solidFill>
                  <a:srgbClr val="FFFFFF"/>
                </a:solidFill>
                <a:latin typeface="+mn-lt"/>
              </a:rPr>
              <a:t>Germany</a:t>
            </a:r>
          </a:p>
          <a:p>
            <a:pPr algn="l">
              <a:lnSpc>
                <a:spcPts val="1650"/>
              </a:lnSpc>
            </a:pPr>
            <a:endParaRPr lang="de-DE" sz="1100" b="0" i="0" u="none" strike="noStrike" baseline="0" dirty="0">
              <a:solidFill>
                <a:srgbClr val="FFFFFF"/>
              </a:solidFill>
              <a:latin typeface="+mn-lt"/>
            </a:endParaRPr>
          </a:p>
          <a:p>
            <a:pPr algn="l">
              <a:lnSpc>
                <a:spcPts val="1650"/>
              </a:lnSpc>
            </a:pPr>
            <a:r>
              <a:rPr lang="de-DE" sz="1100" b="1" i="0" u="none" strike="noStrike" baseline="0" dirty="0">
                <a:solidFill>
                  <a:srgbClr val="FFFFFF"/>
                </a:solidFill>
                <a:latin typeface="+mn-lt"/>
              </a:rPr>
              <a:t>www.diehl.com/aviation</a:t>
            </a:r>
          </a:p>
        </p:txBody>
      </p:sp>
      <p:pic>
        <p:nvPicPr>
          <p:cNvPr id="4" name="Grafik 3">
            <a:extLst>
              <a:ext uri="{FF2B5EF4-FFF2-40B4-BE49-F238E27FC236}">
                <a16:creationId xmlns:a16="http://schemas.microsoft.com/office/drawing/2014/main" id="{4C37DE9D-F80F-11D1-CC24-F745DB31E68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7819" y="6074984"/>
            <a:ext cx="1752600" cy="190500"/>
          </a:xfrm>
          <a:prstGeom prst="rect">
            <a:avLst/>
          </a:prstGeom>
        </p:spPr>
      </p:pic>
      <p:sp>
        <p:nvSpPr>
          <p:cNvPr id="2" name="Titelplatzhalter 1">
            <a:extLst>
              <a:ext uri="{FF2B5EF4-FFF2-40B4-BE49-F238E27FC236}">
                <a16:creationId xmlns:a16="http://schemas.microsoft.com/office/drawing/2014/main" id="{4F94F033-258B-F764-7603-E55F47BFBA0C}"/>
              </a:ext>
            </a:extLst>
          </p:cNvPr>
          <p:cNvSpPr>
            <a:spLocks noGrp="1"/>
          </p:cNvSpPr>
          <p:nvPr>
            <p:ph type="title" hasCustomPrompt="1"/>
          </p:nvPr>
        </p:nvSpPr>
        <p:spPr bwMode="gray">
          <a:xfrm>
            <a:off x="747819" y="280800"/>
            <a:ext cx="9532381" cy="332399"/>
          </a:xfrm>
          <a:prstGeom prst="rect">
            <a:avLst/>
          </a:prstGeom>
        </p:spPr>
        <p:txBody>
          <a:bodyPr vert="horz" wrap="square" lIns="0" tIns="0" rIns="0" bIns="0" rtlCol="0" anchor="b">
            <a:spAutoFit/>
          </a:bodyPr>
          <a:lstStyle>
            <a:lvl1pPr>
              <a:defRPr>
                <a:solidFill>
                  <a:schemeClr val="bg1"/>
                </a:solidFill>
              </a:defRPr>
            </a:lvl1pPr>
          </a:lstStyle>
          <a:p>
            <a:r>
              <a:rPr lang="de-DE" dirty="0" err="1"/>
              <a:t>Thank</a:t>
            </a:r>
            <a:r>
              <a:rPr lang="de-DE" dirty="0"/>
              <a:t> </a:t>
            </a:r>
            <a:r>
              <a:rPr lang="de-DE" dirty="0" err="1"/>
              <a:t>you</a:t>
            </a:r>
            <a:r>
              <a:rPr lang="de-DE" dirty="0"/>
              <a:t> </a:t>
            </a:r>
            <a:r>
              <a:rPr lang="de-DE" dirty="0" err="1"/>
              <a:t>for</a:t>
            </a:r>
            <a:r>
              <a:rPr lang="de-DE" dirty="0"/>
              <a:t> </a:t>
            </a:r>
            <a:r>
              <a:rPr lang="de-DE" dirty="0" err="1"/>
              <a:t>your</a:t>
            </a:r>
            <a:r>
              <a:rPr lang="de-DE" dirty="0"/>
              <a:t> </a:t>
            </a:r>
            <a:r>
              <a:rPr lang="de-DE" dirty="0" err="1"/>
              <a:t>attention</a:t>
            </a:r>
            <a:r>
              <a:rPr lang="de-DE" dirty="0"/>
              <a:t>.</a:t>
            </a:r>
          </a:p>
        </p:txBody>
      </p:sp>
      <p:pic>
        <p:nvPicPr>
          <p:cNvPr id="3" name="Grafik 2">
            <a:extLst>
              <a:ext uri="{FF2B5EF4-FFF2-40B4-BE49-F238E27FC236}">
                <a16:creationId xmlns:a16="http://schemas.microsoft.com/office/drawing/2014/main" id="{5925B4BD-F598-523B-E834-2D051022D69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725978" y="6417773"/>
            <a:ext cx="875665" cy="299222"/>
          </a:xfrm>
          <a:prstGeom prst="rect">
            <a:avLst/>
          </a:prstGeom>
        </p:spPr>
      </p:pic>
    </p:spTree>
    <p:extLst>
      <p:ext uri="{BB962C8B-B14F-4D97-AF65-F5344CB8AC3E}">
        <p14:creationId xmlns:p14="http://schemas.microsoft.com/office/powerpoint/2010/main" val="2650424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rporate Ending_2">
    <p:bg>
      <p:bgPr>
        <a:solidFill>
          <a:schemeClr val="bg1"/>
        </a:solidFill>
        <a:effectLst/>
      </p:bgPr>
    </p:bg>
    <p:spTree>
      <p:nvGrpSpPr>
        <p:cNvPr id="1" name=""/>
        <p:cNvGrpSpPr/>
        <p:nvPr/>
      </p:nvGrpSpPr>
      <p:grpSpPr>
        <a:xfrm>
          <a:off x="0" y="0"/>
          <a:ext cx="0" cy="0"/>
          <a:chOff x="0" y="0"/>
          <a:chExt cx="0" cy="0"/>
        </a:xfrm>
      </p:grpSpPr>
      <p:sp>
        <p:nvSpPr>
          <p:cNvPr id="12" name="Freihandform 11">
            <a:extLst>
              <a:ext uri="{FF2B5EF4-FFF2-40B4-BE49-F238E27FC236}">
                <a16:creationId xmlns:a16="http://schemas.microsoft.com/office/drawing/2014/main" id="{F9B7F5BA-2DFE-D13E-D3D3-22FC45880E4B}"/>
              </a:ext>
            </a:extLst>
          </p:cNvPr>
          <p:cNvSpPr>
            <a:spLocks/>
          </p:cNvSpPr>
          <p:nvPr userDrawn="1"/>
        </p:nvSpPr>
        <p:spPr>
          <a:xfrm>
            <a:off x="-9728" y="0"/>
            <a:ext cx="11901691" cy="6232005"/>
          </a:xfrm>
          <a:custGeom>
            <a:avLst/>
            <a:gdLst>
              <a:gd name="connsiteX0" fmla="*/ 0 w 11891963"/>
              <a:gd name="connsiteY0" fmla="*/ 0 h 6230698"/>
              <a:gd name="connsiteX1" fmla="*/ 11891963 w 11891963"/>
              <a:gd name="connsiteY1" fmla="*/ 0 h 6230698"/>
              <a:gd name="connsiteX2" fmla="*/ 11891963 w 11891963"/>
              <a:gd name="connsiteY2" fmla="*/ 280712 h 6230698"/>
              <a:gd name="connsiteX3" fmla="*/ 11891963 w 11891963"/>
              <a:gd name="connsiteY3" fmla="*/ 845648 h 6230698"/>
              <a:gd name="connsiteX4" fmla="*/ 11891963 w 11891963"/>
              <a:gd name="connsiteY4" fmla="*/ 5228304 h 6230698"/>
              <a:gd name="connsiteX5" fmla="*/ 10889569 w 11891963"/>
              <a:gd name="connsiteY5" fmla="*/ 6230698 h 6230698"/>
              <a:gd name="connsiteX6" fmla="*/ 0 w 11891963"/>
              <a:gd name="connsiteY6" fmla="*/ 6230698 h 6230698"/>
              <a:gd name="connsiteX7" fmla="*/ 0 w 11891963"/>
              <a:gd name="connsiteY7" fmla="*/ 845648 h 6230698"/>
              <a:gd name="connsiteX8" fmla="*/ 0 w 11891963"/>
              <a:gd name="connsiteY8" fmla="*/ 280712 h 623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91963" h="6230698">
                <a:moveTo>
                  <a:pt x="0" y="0"/>
                </a:moveTo>
                <a:lnTo>
                  <a:pt x="11891963" y="0"/>
                </a:lnTo>
                <a:lnTo>
                  <a:pt x="11891963" y="280712"/>
                </a:lnTo>
                <a:lnTo>
                  <a:pt x="11891963" y="845648"/>
                </a:lnTo>
                <a:lnTo>
                  <a:pt x="11891963" y="5228304"/>
                </a:lnTo>
                <a:cubicBezTo>
                  <a:pt x="11891963" y="5781911"/>
                  <a:pt x="11443176" y="6230698"/>
                  <a:pt x="10889569" y="6230698"/>
                </a:cubicBezTo>
                <a:lnTo>
                  <a:pt x="0" y="6230698"/>
                </a:lnTo>
                <a:lnTo>
                  <a:pt x="0" y="845648"/>
                </a:lnTo>
                <a:lnTo>
                  <a:pt x="0" y="280712"/>
                </a:lnTo>
                <a:close/>
              </a:path>
            </a:pathLst>
          </a:custGeom>
          <a:solidFill>
            <a:schemeClr val="accent4"/>
          </a:solidFill>
          <a:ln>
            <a:noFill/>
          </a:ln>
        </p:spPr>
        <p:txBody>
          <a:bodyPr vert="horz" wrap="square" lIns="72000" tIns="72000" rIns="72000" bIns="72000" rtlCol="0" anchor="ctr">
            <a:noAutofit/>
          </a:bodyPr>
          <a:lstStyle/>
          <a:p>
            <a:pPr algn="ctr">
              <a:spcBef>
                <a:spcPts val="600"/>
              </a:spcBef>
            </a:pPr>
            <a:endParaRPr lang="de-DE" sz="1200" dirty="0" err="1">
              <a:solidFill>
                <a:schemeClr val="bg1"/>
              </a:solidFill>
            </a:endParaRPr>
          </a:p>
        </p:txBody>
      </p:sp>
      <p:sp>
        <p:nvSpPr>
          <p:cNvPr id="4" name="Untertitel 4">
            <a:extLst>
              <a:ext uri="{FF2B5EF4-FFF2-40B4-BE49-F238E27FC236}">
                <a16:creationId xmlns:a16="http://schemas.microsoft.com/office/drawing/2014/main" id="{5CEF3CF0-83C1-EFB8-C88D-19A4D03E6C18}"/>
              </a:ext>
            </a:extLst>
          </p:cNvPr>
          <p:cNvSpPr txBox="1">
            <a:spLocks/>
          </p:cNvSpPr>
          <p:nvPr userDrawn="1"/>
        </p:nvSpPr>
        <p:spPr>
          <a:xfrm>
            <a:off x="743257" y="4225270"/>
            <a:ext cx="3499189" cy="830997"/>
          </a:xfrm>
          <a:prstGeom prst="rect">
            <a:avLst/>
          </a:prstGeom>
        </p:spPr>
        <p:txBody>
          <a:bodyPr wrap="square" lIns="0" tIns="0" bIns="0">
            <a:spAutoFit/>
          </a:bodyPr>
          <a:lstStyle>
            <a:lvl1pPr marL="177800" indent="-177800" algn="l" defTabSz="914400" rtl="0" eaLnBrk="1" latinLnBrk="0" hangingPunct="1">
              <a:lnSpc>
                <a:spcPct val="100000"/>
              </a:lnSpc>
              <a:spcBef>
                <a:spcPts val="0"/>
              </a:spcBef>
              <a:spcAft>
                <a:spcPts val="600"/>
              </a:spcAft>
              <a:buClr>
                <a:schemeClr val="tx1"/>
              </a:buClr>
              <a:buSzPct val="130000"/>
              <a:buFont typeface="Arial" panose="020B0604020202020204" pitchFamily="34" charset="0"/>
              <a:buChar char="•"/>
              <a:defRPr sz="1600" b="0" kern="1200">
                <a:solidFill>
                  <a:schemeClr val="tx1"/>
                </a:solidFill>
                <a:latin typeface="+mn-lt"/>
                <a:ea typeface="+mn-ea"/>
                <a:cs typeface="+mn-cs"/>
              </a:defRPr>
            </a:lvl1pPr>
            <a:lvl2pPr marL="355600" indent="-177800" algn="l" defTabSz="914400" rtl="0" eaLnBrk="1" latinLnBrk="0" hangingPunct="1">
              <a:lnSpc>
                <a:spcPct val="100000"/>
              </a:lnSpc>
              <a:spcBef>
                <a:spcPts val="0"/>
              </a:spcBef>
              <a:spcAft>
                <a:spcPts val="600"/>
              </a:spcAft>
              <a:buClr>
                <a:schemeClr val="tx1"/>
              </a:buClr>
              <a:buFont typeface="Tahoma" panose="020B0604030504040204" pitchFamily="34" charset="0"/>
              <a:buChar char="-"/>
              <a:defRPr lang="de-DE" sz="1600" kern="1200" dirty="0">
                <a:solidFill>
                  <a:schemeClr val="tx1"/>
                </a:solidFill>
                <a:latin typeface="+mn-lt"/>
                <a:ea typeface="+mn-ea"/>
                <a:cs typeface="+mn-cs"/>
              </a:defRPr>
            </a:lvl2pPr>
            <a:lvl3pPr marL="533400" indent="-180975"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3pPr>
            <a:lvl4pPr marL="723900" indent="-180975"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defRPr sz="1600" kern="1200">
                <a:solidFill>
                  <a:schemeClr val="tx1"/>
                </a:solidFill>
                <a:latin typeface="+mn-lt"/>
                <a:ea typeface="+mn-ea"/>
                <a:cs typeface="+mn-cs"/>
              </a:defRPr>
            </a:lvl4pPr>
            <a:lvl5pPr marL="1006475" indent="-285750"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5pPr>
            <a:lvl6pPr marL="1079500" indent="-171450"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defRPr sz="1600" kern="1200">
                <a:solidFill>
                  <a:schemeClr val="tx1"/>
                </a:solidFill>
                <a:latin typeface="+mn-lt"/>
                <a:ea typeface="+mn-ea"/>
                <a:cs typeface="+mn-cs"/>
              </a:defRPr>
            </a:lvl6pPr>
            <a:lvl7pPr marL="1257300" indent="-180975"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7pPr>
            <a:lvl8pPr marL="1435100" indent="-179388"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tabLst>
                <a:tab pos="1527175" algn="l"/>
              </a:tabLst>
              <a:defRPr sz="1600" kern="1200">
                <a:solidFill>
                  <a:schemeClr val="tx1"/>
                </a:solidFill>
                <a:latin typeface="+mn-lt"/>
                <a:ea typeface="+mn-ea"/>
                <a:cs typeface="+mn-cs"/>
              </a:defRPr>
            </a:lvl8pPr>
            <a:lvl9pPr marL="1612900" indent="-182563" algn="l" defTabSz="8509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chemeClr val="tx1"/>
              </a:buClr>
              <a:buSzPct val="130000"/>
              <a:buFont typeface="Arial" panose="020B0604020202020204" pitchFamily="34" charset="0"/>
              <a:buNone/>
              <a:tabLst/>
              <a:defRPr/>
            </a:pPr>
            <a:r>
              <a:rPr lang="de-DE" sz="900" dirty="0">
                <a:solidFill>
                  <a:schemeClr val="bg1"/>
                </a:solidFill>
                <a:effectLst/>
                <a:latin typeface="Tahoma" panose="020B0604030504040204" pitchFamily="34" charset="0"/>
              </a:rPr>
              <a:t>Diehl Aerospace GmbH</a:t>
            </a:r>
            <a:br>
              <a:rPr lang="de-DE" sz="900" dirty="0">
                <a:solidFill>
                  <a:schemeClr val="bg1"/>
                </a:solidFill>
                <a:latin typeface="+mj-lt"/>
              </a:rPr>
            </a:br>
            <a:r>
              <a:rPr lang="de-DE" sz="900" dirty="0">
                <a:solidFill>
                  <a:schemeClr val="bg1"/>
                </a:solidFill>
                <a:effectLst/>
                <a:latin typeface="Tahoma" panose="020B0604030504040204" pitchFamily="34" charset="0"/>
              </a:rPr>
              <a:t>Alte Nußdorfer Straße 23, 88662 Überlingen, </a:t>
            </a:r>
            <a:r>
              <a:rPr lang="de-DE" sz="900" b="0" i="0" u="none" strike="noStrike" baseline="0" dirty="0">
                <a:solidFill>
                  <a:srgbClr val="FFFFFF"/>
                </a:solidFill>
                <a:latin typeface="+mn-lt"/>
              </a:rPr>
              <a:t>Germany</a:t>
            </a:r>
          </a:p>
          <a:p>
            <a:pPr marL="0" indent="0">
              <a:spcAft>
                <a:spcPts val="0"/>
              </a:spcAft>
              <a:buNone/>
            </a:pPr>
            <a:endParaRPr lang="de-DE" sz="1000" dirty="0">
              <a:solidFill>
                <a:schemeClr val="bg1"/>
              </a:solidFill>
              <a:latin typeface="+mj-lt"/>
            </a:endParaRPr>
          </a:p>
          <a:p>
            <a:pPr marL="0" indent="0" algn="l">
              <a:spcAft>
                <a:spcPts val="0"/>
              </a:spcAft>
              <a:buNone/>
            </a:pPr>
            <a:endParaRPr lang="de-DE" sz="1000" b="0" i="0" u="none" strike="noStrike" baseline="0" dirty="0">
              <a:solidFill>
                <a:srgbClr val="FFFFFF"/>
              </a:solidFill>
              <a:latin typeface="+mj-lt"/>
            </a:endParaRPr>
          </a:p>
          <a:p>
            <a:pPr marL="0" indent="0" algn="l">
              <a:spcAft>
                <a:spcPts val="0"/>
              </a:spcAft>
              <a:buNone/>
            </a:pPr>
            <a:r>
              <a:rPr lang="de-DE" sz="1600" b="1" i="0" u="none" strike="noStrike" baseline="0" dirty="0">
                <a:solidFill>
                  <a:srgbClr val="FFFFFF"/>
                </a:solidFill>
                <a:latin typeface="+mj-lt"/>
                <a:hlinkClick r:id="rId2"/>
              </a:rPr>
              <a:t>www.diehl.com/aviation</a:t>
            </a:r>
            <a:endParaRPr lang="da-DK" sz="1600" dirty="0">
              <a:solidFill>
                <a:schemeClr val="bg1"/>
              </a:solidFill>
              <a:latin typeface="+mj-lt"/>
            </a:endParaRPr>
          </a:p>
        </p:txBody>
      </p:sp>
      <p:pic>
        <p:nvPicPr>
          <p:cNvPr id="10" name="Grafik 9">
            <a:extLst>
              <a:ext uri="{FF2B5EF4-FFF2-40B4-BE49-F238E27FC236}">
                <a16:creationId xmlns:a16="http://schemas.microsoft.com/office/drawing/2014/main" id="{7F58E340-38EF-6D87-74F1-ACAD85F5FAC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28842" y="5672938"/>
            <a:ext cx="1752600" cy="190500"/>
          </a:xfrm>
          <a:prstGeom prst="rect">
            <a:avLst/>
          </a:prstGeom>
        </p:spPr>
      </p:pic>
      <p:sp>
        <p:nvSpPr>
          <p:cNvPr id="7" name="Titelplatzhalter 1">
            <a:extLst>
              <a:ext uri="{FF2B5EF4-FFF2-40B4-BE49-F238E27FC236}">
                <a16:creationId xmlns:a16="http://schemas.microsoft.com/office/drawing/2014/main" id="{1DD7EE63-F87F-1EC9-1987-527857DB79DD}"/>
              </a:ext>
            </a:extLst>
          </p:cNvPr>
          <p:cNvSpPr>
            <a:spLocks noGrp="1"/>
          </p:cNvSpPr>
          <p:nvPr>
            <p:ph type="title" hasCustomPrompt="1"/>
          </p:nvPr>
        </p:nvSpPr>
        <p:spPr bwMode="gray">
          <a:xfrm>
            <a:off x="747819" y="280800"/>
            <a:ext cx="9532381" cy="332399"/>
          </a:xfrm>
          <a:prstGeom prst="rect">
            <a:avLst/>
          </a:prstGeom>
        </p:spPr>
        <p:txBody>
          <a:bodyPr vert="horz" wrap="square" lIns="0" tIns="0" rIns="0" bIns="0" rtlCol="0" anchor="b">
            <a:spAutoFit/>
          </a:bodyPr>
          <a:lstStyle>
            <a:lvl1pPr>
              <a:defRPr>
                <a:solidFill>
                  <a:schemeClr val="bg1"/>
                </a:solidFill>
              </a:defRPr>
            </a:lvl1pPr>
          </a:lstStyle>
          <a:p>
            <a:r>
              <a:rPr lang="de-DE" dirty="0" err="1"/>
              <a:t>Thank</a:t>
            </a:r>
            <a:r>
              <a:rPr lang="de-DE" dirty="0"/>
              <a:t> </a:t>
            </a:r>
            <a:r>
              <a:rPr lang="de-DE" dirty="0" err="1"/>
              <a:t>you</a:t>
            </a:r>
            <a:r>
              <a:rPr lang="de-DE" dirty="0"/>
              <a:t> </a:t>
            </a:r>
            <a:r>
              <a:rPr lang="de-DE" dirty="0" err="1"/>
              <a:t>for</a:t>
            </a:r>
            <a:r>
              <a:rPr lang="de-DE" dirty="0"/>
              <a:t> </a:t>
            </a:r>
            <a:r>
              <a:rPr lang="de-DE" dirty="0" err="1"/>
              <a:t>your</a:t>
            </a:r>
            <a:r>
              <a:rPr lang="de-DE" dirty="0"/>
              <a:t> </a:t>
            </a:r>
            <a:r>
              <a:rPr lang="de-DE" dirty="0" err="1"/>
              <a:t>attention</a:t>
            </a:r>
            <a:r>
              <a:rPr lang="de-DE" dirty="0"/>
              <a:t>.</a:t>
            </a:r>
          </a:p>
        </p:txBody>
      </p:sp>
      <p:sp>
        <p:nvSpPr>
          <p:cNvPr id="15" name="Titelplatzhalter 1">
            <a:extLst>
              <a:ext uri="{FF2B5EF4-FFF2-40B4-BE49-F238E27FC236}">
                <a16:creationId xmlns:a16="http://schemas.microsoft.com/office/drawing/2014/main" id="{29AC5883-4B26-0C29-2E23-70ACA9EBBDEF}"/>
              </a:ext>
            </a:extLst>
          </p:cNvPr>
          <p:cNvSpPr txBox="1">
            <a:spLocks/>
          </p:cNvSpPr>
          <p:nvPr userDrawn="1"/>
        </p:nvSpPr>
        <p:spPr bwMode="gray">
          <a:xfrm>
            <a:off x="6146263" y="5540438"/>
            <a:ext cx="4235590" cy="323165"/>
          </a:xfrm>
          <a:prstGeom prst="rect">
            <a:avLst/>
          </a:prstGeom>
        </p:spPr>
        <p:txBody>
          <a:bodyPr vert="horz" wrap="square" lIns="0" tIns="0" rIns="0" bIns="0" rtlCol="0" anchor="t">
            <a:spAutoFit/>
          </a:bodyPr>
          <a:lstStyle>
            <a:lvl1pPr algn="r" defTabSz="914400" rtl="0" eaLnBrk="1" latinLnBrk="0" hangingPunct="1">
              <a:lnSpc>
                <a:spcPct val="90000"/>
              </a:lnSpc>
              <a:spcBef>
                <a:spcPct val="0"/>
              </a:spcBef>
              <a:buNone/>
              <a:defRPr sz="2000" b="1" kern="1200">
                <a:solidFill>
                  <a:schemeClr val="tx1"/>
                </a:solidFill>
                <a:latin typeface="+mn-lt"/>
                <a:ea typeface="+mj-ea"/>
                <a:cs typeface="+mj-cs"/>
              </a:defRPr>
            </a:lvl1pPr>
          </a:lstStyle>
          <a:p>
            <a:pPr algn="l">
              <a:lnSpc>
                <a:spcPct val="100000"/>
              </a:lnSpc>
            </a:pPr>
            <a:r>
              <a:rPr lang="en-US" sz="700" b="0" noProof="0" dirty="0">
                <a:solidFill>
                  <a:schemeClr val="bg1"/>
                </a:solidFill>
              </a:rPr>
              <a:t>The reproduction, distribution and utilization of this document as well as the communication of its contents to others without express authorization is prohibited. Offenders will be held liable for the payment of damages. All rights reserved in the event of the grant of a patent, utility model or design.</a:t>
            </a:r>
          </a:p>
        </p:txBody>
      </p:sp>
      <p:sp>
        <p:nvSpPr>
          <p:cNvPr id="16" name="Titelplatzhalter 1">
            <a:extLst>
              <a:ext uri="{FF2B5EF4-FFF2-40B4-BE49-F238E27FC236}">
                <a16:creationId xmlns:a16="http://schemas.microsoft.com/office/drawing/2014/main" id="{E2D35A45-64E7-A654-023E-C9D022308F51}"/>
              </a:ext>
            </a:extLst>
          </p:cNvPr>
          <p:cNvSpPr txBox="1">
            <a:spLocks/>
          </p:cNvSpPr>
          <p:nvPr userDrawn="1"/>
        </p:nvSpPr>
        <p:spPr bwMode="gray">
          <a:xfrm>
            <a:off x="747819" y="1381900"/>
            <a:ext cx="6768420" cy="307777"/>
          </a:xfrm>
          <a:prstGeom prst="rect">
            <a:avLst/>
          </a:prstGeom>
        </p:spPr>
        <p:txBody>
          <a:bodyPr vert="horz" wrap="square" lIns="0" tIns="0" rIns="0" bIns="0" rtlCol="0" anchor="t">
            <a:noAutofit/>
          </a:bodyPr>
          <a:lstStyle>
            <a:lvl1pPr algn="r" defTabSz="914400" rtl="0" eaLnBrk="1" latinLnBrk="0" hangingPunct="1">
              <a:lnSpc>
                <a:spcPct val="90000"/>
              </a:lnSpc>
              <a:spcBef>
                <a:spcPct val="0"/>
              </a:spcBef>
              <a:buNone/>
              <a:defRPr sz="2000" b="1" kern="1200">
                <a:solidFill>
                  <a:schemeClr val="tx1"/>
                </a:solidFill>
                <a:latin typeface="+mn-lt"/>
                <a:ea typeface="+mj-ea"/>
                <a:cs typeface="+mj-cs"/>
              </a:defRPr>
            </a:lvl1pPr>
          </a:lstStyle>
          <a:p>
            <a:pPr algn="l">
              <a:lnSpc>
                <a:spcPct val="100000"/>
              </a:lnSpc>
            </a:pPr>
            <a:r>
              <a:rPr lang="en-US" sz="1600" noProof="0" dirty="0">
                <a:solidFill>
                  <a:schemeClr val="bg1"/>
                </a:solidFill>
              </a:rPr>
              <a:t>DIEHL AVIATION</a:t>
            </a:r>
          </a:p>
        </p:txBody>
      </p:sp>
      <p:sp>
        <p:nvSpPr>
          <p:cNvPr id="17" name="Titelplatzhalter 1">
            <a:extLst>
              <a:ext uri="{FF2B5EF4-FFF2-40B4-BE49-F238E27FC236}">
                <a16:creationId xmlns:a16="http://schemas.microsoft.com/office/drawing/2014/main" id="{8F7B09F4-E18E-4774-EC90-8B5C798EC0E1}"/>
              </a:ext>
            </a:extLst>
          </p:cNvPr>
          <p:cNvSpPr txBox="1">
            <a:spLocks/>
          </p:cNvSpPr>
          <p:nvPr userDrawn="1"/>
        </p:nvSpPr>
        <p:spPr bwMode="gray">
          <a:xfrm>
            <a:off x="747820" y="1800996"/>
            <a:ext cx="2604980" cy="1899467"/>
          </a:xfrm>
          <a:prstGeom prst="rect">
            <a:avLst/>
          </a:prstGeom>
        </p:spPr>
        <p:txBody>
          <a:bodyPr vert="horz" wrap="square" lIns="0" tIns="0" rIns="0" bIns="0" rtlCol="0" anchor="t">
            <a:noAutofit/>
          </a:bodyPr>
          <a:lstStyle>
            <a:lvl1pPr algn="r" defTabSz="914400" rtl="0" eaLnBrk="1" latinLnBrk="0" hangingPunct="1">
              <a:lnSpc>
                <a:spcPct val="90000"/>
              </a:lnSpc>
              <a:spcBef>
                <a:spcPct val="0"/>
              </a:spcBef>
              <a:buNone/>
              <a:defRPr sz="2000" b="1" kern="1200">
                <a:solidFill>
                  <a:schemeClr val="tx1"/>
                </a:solidFill>
                <a:latin typeface="+mn-lt"/>
                <a:ea typeface="+mj-ea"/>
                <a:cs typeface="+mj-cs"/>
              </a:defRPr>
            </a:lvl1pPr>
          </a:lstStyle>
          <a:p>
            <a:pPr algn="l">
              <a:lnSpc>
                <a:spcPct val="100000"/>
              </a:lnSpc>
            </a:pPr>
            <a:r>
              <a:rPr lang="en-US" sz="900" b="0" i="0" kern="1200" noProof="0" dirty="0">
                <a:solidFill>
                  <a:schemeClr val="bg1"/>
                </a:solidFill>
                <a:effectLst/>
                <a:latin typeface="+mn-lt"/>
                <a:ea typeface="+mj-ea"/>
                <a:cs typeface="+mj-cs"/>
              </a:rPr>
              <a:t>Diehl Aviation is a division of Diehl Stiftung &amp; Co. KG and combines all aviation activities of Diehl Group under one roof. In the aviation industry, Diehl Aviation – including Diehl Aerospace (a joint venture with Thales) – is a leading system supplier of aircraft system and cabin solutions. Diehl Aviation currently has about 5,250 employees. </a:t>
            </a:r>
            <a:br>
              <a:rPr lang="en-US" sz="900" b="0" i="0" kern="1200" noProof="0" dirty="0">
                <a:solidFill>
                  <a:schemeClr val="bg1"/>
                </a:solidFill>
                <a:effectLst/>
                <a:latin typeface="+mn-lt"/>
                <a:ea typeface="+mj-ea"/>
                <a:cs typeface="+mj-cs"/>
              </a:rPr>
            </a:br>
            <a:r>
              <a:rPr lang="en-US" sz="900" b="0" i="0" kern="1200" noProof="0" dirty="0">
                <a:solidFill>
                  <a:schemeClr val="bg1"/>
                </a:solidFill>
                <a:effectLst/>
                <a:latin typeface="+mn-lt"/>
                <a:ea typeface="+mj-ea"/>
                <a:cs typeface="+mj-cs"/>
              </a:rPr>
              <a:t>Its clients include leading aircraft manufacturers Airbus, Boeing, Bombardier, Embraer, military partners, manufacturers of eVTOL aircraft as well as airlines and operators of commercial and business aircraft worldwide.</a:t>
            </a:r>
          </a:p>
        </p:txBody>
      </p:sp>
      <p:sp>
        <p:nvSpPr>
          <p:cNvPr id="18" name="Text Placeholder 16">
            <a:extLst>
              <a:ext uri="{FF2B5EF4-FFF2-40B4-BE49-F238E27FC236}">
                <a16:creationId xmlns:a16="http://schemas.microsoft.com/office/drawing/2014/main" id="{B2760D4C-7314-8420-A114-4E9228E6B480}"/>
              </a:ext>
            </a:extLst>
          </p:cNvPr>
          <p:cNvSpPr>
            <a:spLocks noGrp="1"/>
          </p:cNvSpPr>
          <p:nvPr>
            <p:ph type="body" sz="quarter" idx="10" hasCustomPrompt="1"/>
          </p:nvPr>
        </p:nvSpPr>
        <p:spPr>
          <a:xfrm>
            <a:off x="6146263" y="1378776"/>
            <a:ext cx="4235590" cy="307777"/>
          </a:xfrm>
          <a:prstGeom prst="rect">
            <a:avLst/>
          </a:prstGeom>
        </p:spPr>
        <p:txBody>
          <a:bodyPr lIns="0" tIns="0" rIns="0" bIns="0">
            <a:noAutofit/>
          </a:bodyPr>
          <a:lstStyle>
            <a:lvl1pPr marL="0" indent="0" algn="l">
              <a:spcAft>
                <a:spcPts val="0"/>
              </a:spcAft>
              <a:buFont typeface="Arial" panose="020B0604020202020204" pitchFamily="34" charset="0"/>
              <a:buNone/>
              <a:defRPr sz="1600" b="1">
                <a:solidFill>
                  <a:schemeClr val="bg1"/>
                </a:solidFill>
              </a:defRPr>
            </a:lvl1pPr>
          </a:lstStyle>
          <a:p>
            <a:pPr lvl="0"/>
            <a:r>
              <a:rPr lang="en-US" noProof="0" dirty="0"/>
              <a:t>CONTACT</a:t>
            </a:r>
          </a:p>
        </p:txBody>
      </p:sp>
      <p:sp>
        <p:nvSpPr>
          <p:cNvPr id="22" name="Text Placeholder 16">
            <a:extLst>
              <a:ext uri="{FF2B5EF4-FFF2-40B4-BE49-F238E27FC236}">
                <a16:creationId xmlns:a16="http://schemas.microsoft.com/office/drawing/2014/main" id="{2DBEE769-F4C9-6C87-96F9-C5133DE6C98B}"/>
              </a:ext>
            </a:extLst>
          </p:cNvPr>
          <p:cNvSpPr>
            <a:spLocks noGrp="1"/>
          </p:cNvSpPr>
          <p:nvPr>
            <p:ph type="body" sz="quarter" idx="30" hasCustomPrompt="1"/>
          </p:nvPr>
        </p:nvSpPr>
        <p:spPr>
          <a:xfrm>
            <a:off x="6146263" y="1775408"/>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Department</a:t>
            </a:r>
          </a:p>
        </p:txBody>
      </p:sp>
      <p:sp>
        <p:nvSpPr>
          <p:cNvPr id="23" name="Textfeld 22">
            <a:extLst>
              <a:ext uri="{FF2B5EF4-FFF2-40B4-BE49-F238E27FC236}">
                <a16:creationId xmlns:a16="http://schemas.microsoft.com/office/drawing/2014/main" id="{F1B3696F-B5D1-16D3-14AB-16FECC117DD7}"/>
              </a:ext>
            </a:extLst>
          </p:cNvPr>
          <p:cNvSpPr txBox="1"/>
          <p:nvPr userDrawn="1"/>
        </p:nvSpPr>
        <p:spPr>
          <a:xfrm>
            <a:off x="6146263" y="5151213"/>
            <a:ext cx="963740" cy="153888"/>
          </a:xfrm>
          <a:prstGeom prst="rect">
            <a:avLst/>
          </a:prstGeom>
          <a:noFill/>
          <a:ln w="9525">
            <a:noFill/>
          </a:ln>
        </p:spPr>
        <p:txBody>
          <a:bodyPr vert="horz" wrap="square" lIns="0" tIns="0" rIns="0" bIns="0" rtlCol="0">
            <a:spAutoFit/>
          </a:bodyPr>
          <a:lstStyle/>
          <a:p>
            <a:pPr defTabSz="914423" fontAlgn="auto">
              <a:spcBef>
                <a:spcPts val="200"/>
              </a:spcBef>
              <a:spcAft>
                <a:spcPts val="0"/>
              </a:spcAft>
            </a:pPr>
            <a:r>
              <a:rPr lang="en-US" sz="1000" b="1" noProof="0" dirty="0">
                <a:solidFill>
                  <a:schemeClr val="bg1"/>
                </a:solidFill>
                <a:latin typeface="+mn-lt"/>
                <a:ea typeface="Tahoma" panose="020B0604030504040204" pitchFamily="34" charset="0"/>
                <a:cs typeface="Tahoma" panose="020B0604030504040204" pitchFamily="34" charset="0"/>
                <a:sym typeface="Tahoma" panose="020B0604030504040204" pitchFamily="34" charset="0"/>
              </a:rPr>
              <a:t>FOLLOW US</a:t>
            </a:r>
          </a:p>
        </p:txBody>
      </p:sp>
      <p:sp>
        <p:nvSpPr>
          <p:cNvPr id="28" name="Text Placeholder 16">
            <a:extLst>
              <a:ext uri="{FF2B5EF4-FFF2-40B4-BE49-F238E27FC236}">
                <a16:creationId xmlns:a16="http://schemas.microsoft.com/office/drawing/2014/main" id="{557792EA-3CD0-43AF-CD11-6D3C9C0E9A37}"/>
              </a:ext>
            </a:extLst>
          </p:cNvPr>
          <p:cNvSpPr>
            <a:spLocks noGrp="1"/>
          </p:cNvSpPr>
          <p:nvPr>
            <p:ph type="body" sz="quarter" idx="31" hasCustomPrompt="1"/>
          </p:nvPr>
        </p:nvSpPr>
        <p:spPr>
          <a:xfrm>
            <a:off x="6146263" y="2050416"/>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Name</a:t>
            </a:r>
          </a:p>
        </p:txBody>
      </p:sp>
      <p:sp>
        <p:nvSpPr>
          <p:cNvPr id="29" name="Text Placeholder 16">
            <a:extLst>
              <a:ext uri="{FF2B5EF4-FFF2-40B4-BE49-F238E27FC236}">
                <a16:creationId xmlns:a16="http://schemas.microsoft.com/office/drawing/2014/main" id="{FE66CEB8-43F6-64C5-4CD3-7DA7A87800C9}"/>
              </a:ext>
            </a:extLst>
          </p:cNvPr>
          <p:cNvSpPr>
            <a:spLocks noGrp="1"/>
          </p:cNvSpPr>
          <p:nvPr>
            <p:ph type="body" sz="quarter" idx="32" hasCustomPrompt="1"/>
          </p:nvPr>
        </p:nvSpPr>
        <p:spPr>
          <a:xfrm>
            <a:off x="6146263" y="2325424"/>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Job Title</a:t>
            </a:r>
          </a:p>
        </p:txBody>
      </p:sp>
      <p:sp>
        <p:nvSpPr>
          <p:cNvPr id="31" name="Text Placeholder 16">
            <a:extLst>
              <a:ext uri="{FF2B5EF4-FFF2-40B4-BE49-F238E27FC236}">
                <a16:creationId xmlns:a16="http://schemas.microsoft.com/office/drawing/2014/main" id="{402E7BB9-396F-5598-A76F-285673C4664D}"/>
              </a:ext>
            </a:extLst>
          </p:cNvPr>
          <p:cNvSpPr>
            <a:spLocks noGrp="1"/>
          </p:cNvSpPr>
          <p:nvPr>
            <p:ph type="body" sz="quarter" idx="33" hasCustomPrompt="1"/>
          </p:nvPr>
        </p:nvSpPr>
        <p:spPr>
          <a:xfrm>
            <a:off x="6146263" y="2593557"/>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Diehl Aviation</a:t>
            </a:r>
          </a:p>
        </p:txBody>
      </p:sp>
      <p:sp>
        <p:nvSpPr>
          <p:cNvPr id="32" name="Text Placeholder 16">
            <a:extLst>
              <a:ext uri="{FF2B5EF4-FFF2-40B4-BE49-F238E27FC236}">
                <a16:creationId xmlns:a16="http://schemas.microsoft.com/office/drawing/2014/main" id="{A8382EAB-410A-6086-AB7B-AF101A7E662D}"/>
              </a:ext>
            </a:extLst>
          </p:cNvPr>
          <p:cNvSpPr>
            <a:spLocks noGrp="1"/>
          </p:cNvSpPr>
          <p:nvPr>
            <p:ph type="body" sz="quarter" idx="34" hasCustomPrompt="1"/>
          </p:nvPr>
        </p:nvSpPr>
        <p:spPr>
          <a:xfrm>
            <a:off x="6146263" y="2882315"/>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Street Number</a:t>
            </a:r>
          </a:p>
        </p:txBody>
      </p:sp>
      <p:sp>
        <p:nvSpPr>
          <p:cNvPr id="33" name="Text Placeholder 16">
            <a:extLst>
              <a:ext uri="{FF2B5EF4-FFF2-40B4-BE49-F238E27FC236}">
                <a16:creationId xmlns:a16="http://schemas.microsoft.com/office/drawing/2014/main" id="{1C4F12D1-D2FD-A704-710D-0ED27F30A899}"/>
              </a:ext>
            </a:extLst>
          </p:cNvPr>
          <p:cNvSpPr>
            <a:spLocks noGrp="1"/>
          </p:cNvSpPr>
          <p:nvPr>
            <p:ph type="body" sz="quarter" idx="35" hasCustomPrompt="1"/>
          </p:nvPr>
        </p:nvSpPr>
        <p:spPr>
          <a:xfrm>
            <a:off x="6146263" y="3157323"/>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Postal Code Town</a:t>
            </a:r>
          </a:p>
        </p:txBody>
      </p:sp>
      <p:sp>
        <p:nvSpPr>
          <p:cNvPr id="34" name="Text Placeholder 16">
            <a:extLst>
              <a:ext uri="{FF2B5EF4-FFF2-40B4-BE49-F238E27FC236}">
                <a16:creationId xmlns:a16="http://schemas.microsoft.com/office/drawing/2014/main" id="{736FB7D4-6BC8-D053-ED2C-7D6D1EC743E3}"/>
              </a:ext>
            </a:extLst>
          </p:cNvPr>
          <p:cNvSpPr>
            <a:spLocks noGrp="1"/>
          </p:cNvSpPr>
          <p:nvPr>
            <p:ph type="body" sz="quarter" idx="36" hasCustomPrompt="1"/>
          </p:nvPr>
        </p:nvSpPr>
        <p:spPr>
          <a:xfrm>
            <a:off x="6146263" y="3432330"/>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Country</a:t>
            </a:r>
          </a:p>
        </p:txBody>
      </p:sp>
      <p:sp>
        <p:nvSpPr>
          <p:cNvPr id="35" name="Text Placeholder 16">
            <a:extLst>
              <a:ext uri="{FF2B5EF4-FFF2-40B4-BE49-F238E27FC236}">
                <a16:creationId xmlns:a16="http://schemas.microsoft.com/office/drawing/2014/main" id="{29CB3840-1A22-E78E-FEE5-5AF22ACB6891}"/>
              </a:ext>
            </a:extLst>
          </p:cNvPr>
          <p:cNvSpPr>
            <a:spLocks noGrp="1"/>
          </p:cNvSpPr>
          <p:nvPr>
            <p:ph type="body" sz="quarter" idx="37" hasCustomPrompt="1"/>
          </p:nvPr>
        </p:nvSpPr>
        <p:spPr>
          <a:xfrm>
            <a:off x="6146263" y="3700463"/>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Phone +49 7551 891-1234</a:t>
            </a:r>
          </a:p>
          <a:p>
            <a:pPr lvl="0"/>
            <a:endParaRPr lang="en-US" noProof="0" dirty="0"/>
          </a:p>
        </p:txBody>
      </p:sp>
      <p:sp>
        <p:nvSpPr>
          <p:cNvPr id="36" name="Text Placeholder 16">
            <a:extLst>
              <a:ext uri="{FF2B5EF4-FFF2-40B4-BE49-F238E27FC236}">
                <a16:creationId xmlns:a16="http://schemas.microsoft.com/office/drawing/2014/main" id="{301AEE78-B045-54CD-DF29-7D5E0A5DA5B1}"/>
              </a:ext>
            </a:extLst>
          </p:cNvPr>
          <p:cNvSpPr>
            <a:spLocks noGrp="1"/>
          </p:cNvSpPr>
          <p:nvPr>
            <p:ph type="body" sz="quarter" idx="38" hasCustomPrompt="1"/>
          </p:nvPr>
        </p:nvSpPr>
        <p:spPr>
          <a:xfrm>
            <a:off x="6146263" y="3982345"/>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Mobile +49 123 4567</a:t>
            </a:r>
          </a:p>
          <a:p>
            <a:pPr lvl="0"/>
            <a:endParaRPr lang="en-US" noProof="0" dirty="0"/>
          </a:p>
        </p:txBody>
      </p:sp>
      <p:sp>
        <p:nvSpPr>
          <p:cNvPr id="37" name="Text Placeholder 16">
            <a:extLst>
              <a:ext uri="{FF2B5EF4-FFF2-40B4-BE49-F238E27FC236}">
                <a16:creationId xmlns:a16="http://schemas.microsoft.com/office/drawing/2014/main" id="{B097E0E9-4DCD-3697-A8FD-A02AAEE7E550}"/>
              </a:ext>
            </a:extLst>
          </p:cNvPr>
          <p:cNvSpPr>
            <a:spLocks noGrp="1"/>
          </p:cNvSpPr>
          <p:nvPr>
            <p:ph type="body" sz="quarter" idx="39" hasCustomPrompt="1"/>
          </p:nvPr>
        </p:nvSpPr>
        <p:spPr>
          <a:xfrm>
            <a:off x="6146263" y="4271102"/>
            <a:ext cx="4235590" cy="215444"/>
          </a:xfrm>
          <a:prstGeom prst="rect">
            <a:avLst/>
          </a:prstGeom>
        </p:spPr>
        <p:txBody>
          <a:bodyPr lIns="0" tIns="0" rIns="0" bIns="0">
            <a:noAutofit/>
          </a:bodyPr>
          <a:lstStyle>
            <a:lvl1pPr marL="0" indent="0" algn="l">
              <a:spcAft>
                <a:spcPts val="0"/>
              </a:spcAft>
              <a:buFont typeface="Arial" panose="020B0604020202020204" pitchFamily="34" charset="0"/>
              <a:buNone/>
              <a:defRPr sz="900">
                <a:solidFill>
                  <a:schemeClr val="bg1"/>
                </a:solidFill>
              </a:defRPr>
            </a:lvl1pPr>
          </a:lstStyle>
          <a:p>
            <a:pPr lvl="0"/>
            <a:r>
              <a:rPr lang="en-US" noProof="0" dirty="0"/>
              <a:t>E-Mail</a:t>
            </a:r>
          </a:p>
          <a:p>
            <a:pPr lvl="0"/>
            <a:endParaRPr lang="en-US" noProof="0" dirty="0"/>
          </a:p>
          <a:p>
            <a:pPr lvl="0"/>
            <a:endParaRPr lang="en-US" noProof="0" dirty="0"/>
          </a:p>
        </p:txBody>
      </p:sp>
      <p:sp>
        <p:nvSpPr>
          <p:cNvPr id="5" name="Bildplatzhalter 55">
            <a:extLst>
              <a:ext uri="{FF2B5EF4-FFF2-40B4-BE49-F238E27FC236}">
                <a16:creationId xmlns:a16="http://schemas.microsoft.com/office/drawing/2014/main" id="{7D3F1097-B838-3476-AA85-5195194972BC}"/>
              </a:ext>
            </a:extLst>
          </p:cNvPr>
          <p:cNvSpPr>
            <a:spLocks noGrp="1"/>
          </p:cNvSpPr>
          <p:nvPr>
            <p:ph type="pic" sz="quarter" idx="57" hasCustomPrompt="1"/>
          </p:nvPr>
        </p:nvSpPr>
        <p:spPr>
          <a:xfrm>
            <a:off x="3702767" y="1371081"/>
            <a:ext cx="2279904" cy="3115466"/>
          </a:xfrm>
          <a:prstGeom prst="rect">
            <a:avLst/>
          </a:prstGeom>
        </p:spPr>
        <p:txBody>
          <a:bodyPr/>
          <a:lstStyle>
            <a:lvl1pPr algn="l">
              <a:defRPr sz="1100">
                <a:solidFill>
                  <a:schemeClr val="bg1"/>
                </a:solidFill>
              </a:defRPr>
            </a:lvl1pPr>
          </a:lstStyle>
          <a:p>
            <a:pPr marL="0" marR="0" lvl="0" indent="0" algn="l" defTabSz="914400" rtl="0" eaLnBrk="1" fontAlgn="auto" latinLnBrk="0" hangingPunct="1">
              <a:lnSpc>
                <a:spcPct val="100000"/>
              </a:lnSpc>
              <a:spcBef>
                <a:spcPts val="1200"/>
              </a:spcBef>
              <a:spcAft>
                <a:spcPts val="0"/>
              </a:spcAft>
              <a:buClr>
                <a:schemeClr val="tx1"/>
              </a:buClr>
              <a:buSzPct val="130000"/>
              <a:buFontTx/>
              <a:buNone/>
              <a:tabLst/>
              <a:defRPr/>
            </a:pPr>
            <a:r>
              <a:rPr lang="en-US" dirty="0"/>
              <a:t>Add an image by clicking on the icon</a:t>
            </a:r>
            <a:endParaRPr lang="de-DE" dirty="0"/>
          </a:p>
        </p:txBody>
      </p:sp>
      <p:pic>
        <p:nvPicPr>
          <p:cNvPr id="2" name="Grafik 1">
            <a:extLst>
              <a:ext uri="{FF2B5EF4-FFF2-40B4-BE49-F238E27FC236}">
                <a16:creationId xmlns:a16="http://schemas.microsoft.com/office/drawing/2014/main" id="{FD8877B6-CFD1-A420-9A1D-14DF6968499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725978" y="6417773"/>
            <a:ext cx="875665" cy="299222"/>
          </a:xfrm>
          <a:prstGeom prst="rect">
            <a:avLst/>
          </a:prstGeom>
        </p:spPr>
      </p:pic>
      <p:pic>
        <p:nvPicPr>
          <p:cNvPr id="9" name="Grafik 8">
            <a:hlinkClick r:id="rId5"/>
            <a:extLst>
              <a:ext uri="{FF2B5EF4-FFF2-40B4-BE49-F238E27FC236}">
                <a16:creationId xmlns:a16="http://schemas.microsoft.com/office/drawing/2014/main" id="{CB5E0609-2B29-9470-3E9A-4FD6BC4449F5}"/>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7482137" y="5076052"/>
            <a:ext cx="288004" cy="288004"/>
          </a:xfrm>
          <a:prstGeom prst="rect">
            <a:avLst/>
          </a:prstGeom>
        </p:spPr>
      </p:pic>
      <p:pic>
        <p:nvPicPr>
          <p:cNvPr id="19" name="Grafik 18" descr="Ein Bild, das Logo, Symbol, Grafiken, Schrift enthält.&#10;&#10;Automatisch generierte Beschreibung">
            <a:hlinkClick r:id="rId7"/>
            <a:extLst>
              <a:ext uri="{FF2B5EF4-FFF2-40B4-BE49-F238E27FC236}">
                <a16:creationId xmlns:a16="http://schemas.microsoft.com/office/drawing/2014/main" id="{760E682A-F20F-FA48-1232-26082BDEB89D}"/>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7056945" y="5076052"/>
            <a:ext cx="288000" cy="288000"/>
          </a:xfrm>
          <a:prstGeom prst="rect">
            <a:avLst/>
          </a:prstGeom>
        </p:spPr>
      </p:pic>
      <p:sp>
        <p:nvSpPr>
          <p:cNvPr id="11" name="Fußzeilenplatzhalter 10">
            <a:extLst>
              <a:ext uri="{FF2B5EF4-FFF2-40B4-BE49-F238E27FC236}">
                <a16:creationId xmlns:a16="http://schemas.microsoft.com/office/drawing/2014/main" id="{66117528-61D9-5272-3787-7CBF6F307A66}"/>
              </a:ext>
            </a:extLst>
          </p:cNvPr>
          <p:cNvSpPr>
            <a:spLocks noGrp="1"/>
          </p:cNvSpPr>
          <p:nvPr>
            <p:ph type="ftr" sz="quarter" idx="58"/>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14" name="Foliennummernplatzhalter 13">
            <a:extLst>
              <a:ext uri="{FF2B5EF4-FFF2-40B4-BE49-F238E27FC236}">
                <a16:creationId xmlns:a16="http://schemas.microsoft.com/office/drawing/2014/main" id="{2C28DBF7-5F69-498E-28C1-BE4F2FA589AB}"/>
              </a:ext>
            </a:extLst>
          </p:cNvPr>
          <p:cNvSpPr>
            <a:spLocks noGrp="1"/>
          </p:cNvSpPr>
          <p:nvPr>
            <p:ph type="sldNum" sz="quarter" idx="59"/>
          </p:nvPr>
        </p:nvSpPr>
        <p:spPr/>
        <p:txBody>
          <a:bodyPr/>
          <a:lstStyle/>
          <a:p>
            <a:fld id="{BA161025-98FF-4C1D-96AB-5CF6019945BE}" type="slidenum">
              <a:rPr lang="en-US" smtClean="0"/>
              <a:pPr/>
              <a:t>‹#›</a:t>
            </a:fld>
            <a:endParaRPr lang="en-US" dirty="0"/>
          </a:p>
        </p:txBody>
      </p:sp>
      <p:pic>
        <p:nvPicPr>
          <p:cNvPr id="3" name="Grafik 2" descr="Ein Bild, das Grafiken, Logo, Symbol, Schrift enthält.&#10;&#10;Automatisch generierte Beschreibung">
            <a:hlinkClick r:id="rId9"/>
            <a:extLst>
              <a:ext uri="{FF2B5EF4-FFF2-40B4-BE49-F238E27FC236}">
                <a16:creationId xmlns:a16="http://schemas.microsoft.com/office/drawing/2014/main" id="{3D85B673-AAAB-8FEA-674F-660B75CC03C2}"/>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907333" y="5076052"/>
            <a:ext cx="288004" cy="288004"/>
          </a:xfrm>
          <a:prstGeom prst="rect">
            <a:avLst/>
          </a:prstGeom>
        </p:spPr>
      </p:pic>
    </p:spTree>
    <p:extLst>
      <p:ext uri="{BB962C8B-B14F-4D97-AF65-F5344CB8AC3E}">
        <p14:creationId xmlns:p14="http://schemas.microsoft.com/office/powerpoint/2010/main" val="2985160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4FCFB584-050C-1084-EE86-9C13482528E9}"/>
              </a:ext>
            </a:extLst>
          </p:cNvPr>
          <p:cNvPicPr>
            <a:picLocks noChangeAspect="1"/>
          </p:cNvPicPr>
          <p:nvPr userDrawn="1"/>
        </p:nvPicPr>
        <p:blipFill>
          <a:blip>
            <a:extLst>
              <a:ext uri="{96DAC541-7B7A-43D3-8B79-37D633B846F1}">
                <asvg:svgBlip xmlns:asvg="http://schemas.microsoft.com/office/drawing/2016/SVG/main" r:embed="rId17"/>
              </a:ext>
            </a:extLst>
          </a:blip>
          <a:srcRect/>
          <a:stretch/>
        </p:blipFill>
        <p:spPr>
          <a:xfrm>
            <a:off x="10425094" y="1"/>
            <a:ext cx="1472400" cy="895494"/>
          </a:xfrm>
          <a:prstGeom prst="rect">
            <a:avLst/>
          </a:prstGeom>
        </p:spPr>
      </p:pic>
      <p:sp>
        <p:nvSpPr>
          <p:cNvPr id="2" name="Titelplatzhalter 1">
            <a:extLst>
              <a:ext uri="{FF2B5EF4-FFF2-40B4-BE49-F238E27FC236}">
                <a16:creationId xmlns:a16="http://schemas.microsoft.com/office/drawing/2014/main" id="{55F78664-E100-4B1A-86E5-3B48A2B90A28}"/>
              </a:ext>
            </a:extLst>
          </p:cNvPr>
          <p:cNvSpPr>
            <a:spLocks noGrp="1"/>
          </p:cNvSpPr>
          <p:nvPr>
            <p:ph type="title"/>
          </p:nvPr>
        </p:nvSpPr>
        <p:spPr bwMode="gray">
          <a:xfrm>
            <a:off x="298800" y="284400"/>
            <a:ext cx="9538800" cy="332399"/>
          </a:xfrm>
          <a:prstGeom prst="rect">
            <a:avLst/>
          </a:prstGeom>
        </p:spPr>
        <p:txBody>
          <a:bodyPr vert="horz" wrap="square" lIns="0" tIns="0" rIns="0" bIns="0" rtlCol="0" anchor="b">
            <a:spAutoFit/>
          </a:bodyPr>
          <a:lstStyle/>
          <a:p>
            <a:r>
              <a:rPr lang="de-DE" dirty="0"/>
              <a:t>Title</a:t>
            </a:r>
          </a:p>
        </p:txBody>
      </p:sp>
      <p:sp>
        <p:nvSpPr>
          <p:cNvPr id="6" name="Foliennummernplatzhalter 5">
            <a:extLst>
              <a:ext uri="{FF2B5EF4-FFF2-40B4-BE49-F238E27FC236}">
                <a16:creationId xmlns:a16="http://schemas.microsoft.com/office/drawing/2014/main" id="{84E5DDFB-58B0-4544-B4FC-557AAFD532FD}"/>
              </a:ext>
            </a:extLst>
          </p:cNvPr>
          <p:cNvSpPr>
            <a:spLocks noGrp="1"/>
          </p:cNvSpPr>
          <p:nvPr>
            <p:ph type="sldNum" sz="quarter" idx="4"/>
          </p:nvPr>
        </p:nvSpPr>
        <p:spPr bwMode="gray">
          <a:xfrm>
            <a:off x="5868364" y="6590135"/>
            <a:ext cx="300942" cy="143567"/>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a:t>
            </a:fld>
            <a:endParaRPr lang="en-US" dirty="0"/>
          </a:p>
        </p:txBody>
      </p:sp>
      <p:pic>
        <p:nvPicPr>
          <p:cNvPr id="3" name="Grafik 2">
            <a:extLst>
              <a:ext uri="{FF2B5EF4-FFF2-40B4-BE49-F238E27FC236}">
                <a16:creationId xmlns:a16="http://schemas.microsoft.com/office/drawing/2014/main" id="{CFADF6EF-492B-5616-560A-55EDB1432C0D}"/>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p:blipFill>
        <p:spPr>
          <a:xfrm>
            <a:off x="10725978" y="6417773"/>
            <a:ext cx="875665" cy="299222"/>
          </a:xfrm>
          <a:prstGeom prst="rect">
            <a:avLst/>
          </a:prstGeom>
        </p:spPr>
      </p:pic>
      <p:sp>
        <p:nvSpPr>
          <p:cNvPr id="8" name="Fußzeilenplatzhalter 7">
            <a:extLst>
              <a:ext uri="{FF2B5EF4-FFF2-40B4-BE49-F238E27FC236}">
                <a16:creationId xmlns:a16="http://schemas.microsoft.com/office/drawing/2014/main" id="{05CF98DD-55CF-AC21-2E50-FE19ACFD51FD}"/>
              </a:ext>
            </a:extLst>
          </p:cNvPr>
          <p:cNvSpPr>
            <a:spLocks noGrp="1"/>
          </p:cNvSpPr>
          <p:nvPr>
            <p:ph type="ftr" sz="quarter" idx="3"/>
          </p:nvPr>
        </p:nvSpPr>
        <p:spPr>
          <a:xfrm>
            <a:off x="295202" y="6573600"/>
            <a:ext cx="5371952" cy="299222"/>
          </a:xfrm>
          <a:prstGeom prst="rect">
            <a:avLst/>
          </a:prstGeom>
        </p:spPr>
        <p:txBody>
          <a:bodyPr vert="horz" lIns="91440" tIns="45720" rIns="91440" bIns="45720" rtlCol="0" anchor="ctr"/>
          <a:lstStyle>
            <a:lvl1pPr algn="l">
              <a:defRPr sz="700">
                <a:solidFill>
                  <a:schemeClr val="tx1">
                    <a:tint val="82000"/>
                  </a:schemeClr>
                </a:solidFill>
              </a:defRPr>
            </a:lvl1pPr>
          </a:lstStyle>
          <a:p>
            <a:r>
              <a:rPr lang="de-DE">
                <a:solidFill>
                  <a:schemeClr val="tx1"/>
                </a:solidFill>
              </a:rPr>
              <a:t>Presentation title | Confidentiality rating   © Diehl Aerospace – a Joint Diehl Thales Company	</a:t>
            </a:r>
          </a:p>
          <a:p>
            <a:endParaRPr lang="de-DE" dirty="0"/>
          </a:p>
        </p:txBody>
      </p:sp>
      <p:sp>
        <p:nvSpPr>
          <p:cNvPr id="9" name="Textplatzhalter 2">
            <a:extLst>
              <a:ext uri="{FF2B5EF4-FFF2-40B4-BE49-F238E27FC236}">
                <a16:creationId xmlns:a16="http://schemas.microsoft.com/office/drawing/2014/main" id="{08DE649C-3884-E618-C2CA-09857E621857}"/>
              </a:ext>
            </a:extLst>
          </p:cNvPr>
          <p:cNvSpPr>
            <a:spLocks noGrp="1"/>
          </p:cNvSpPr>
          <p:nvPr>
            <p:ph type="body" idx="1"/>
          </p:nvPr>
        </p:nvSpPr>
        <p:spPr>
          <a:xfrm>
            <a:off x="295202" y="1263704"/>
            <a:ext cx="10515600" cy="4351338"/>
          </a:xfrm>
          <a:prstGeom prst="rect">
            <a:avLst/>
          </a:prstGeom>
        </p:spPr>
        <p:txBody>
          <a:bodyPr vert="horz" lIns="91440" tIns="90000" rIns="91440" bIns="90000" rtlCol="0">
            <a:normAutofit/>
          </a:bodyPr>
          <a:lstStyle/>
          <a:p>
            <a:pPr lvl="0"/>
            <a:r>
              <a:rPr lang="de-DE" dirty="0"/>
              <a:t>1st </a:t>
            </a:r>
            <a:r>
              <a:rPr lang="de-DE" dirty="0" err="1"/>
              <a:t>level</a:t>
            </a:r>
            <a:endParaRPr lang="de-DE" dirty="0"/>
          </a:p>
          <a:p>
            <a:pPr lvl="1"/>
            <a:r>
              <a:rPr lang="de-DE" dirty="0"/>
              <a:t>2nd </a:t>
            </a:r>
            <a:r>
              <a:rPr lang="de-DE" dirty="0" err="1"/>
              <a:t>level</a:t>
            </a:r>
            <a:endParaRPr lang="de-DE" dirty="0"/>
          </a:p>
          <a:p>
            <a:pPr lvl="2"/>
            <a:r>
              <a:rPr lang="de-DE" dirty="0"/>
              <a:t>3rd </a:t>
            </a:r>
            <a:r>
              <a:rPr lang="de-DE" dirty="0" err="1"/>
              <a:t>level</a:t>
            </a:r>
            <a:endParaRPr lang="de-DE" dirty="0"/>
          </a:p>
          <a:p>
            <a:pPr lvl="3"/>
            <a:r>
              <a:rPr lang="de-DE" dirty="0"/>
              <a:t>4th </a:t>
            </a:r>
            <a:r>
              <a:rPr lang="de-DE" dirty="0" err="1"/>
              <a:t>level</a:t>
            </a:r>
            <a:endParaRPr lang="de-DE" dirty="0"/>
          </a:p>
          <a:p>
            <a:pPr lvl="4"/>
            <a:r>
              <a:rPr lang="de-DE" dirty="0"/>
              <a:t>5th </a:t>
            </a:r>
            <a:r>
              <a:rPr lang="de-DE" dirty="0" err="1"/>
              <a:t>level</a:t>
            </a:r>
            <a:endParaRPr lang="de-DE" dirty="0"/>
          </a:p>
          <a:p>
            <a:pPr lvl="5"/>
            <a:r>
              <a:rPr lang="de-DE" dirty="0"/>
              <a:t>6th </a:t>
            </a:r>
            <a:r>
              <a:rPr lang="de-DE" dirty="0" err="1"/>
              <a:t>level</a:t>
            </a:r>
            <a:endParaRPr lang="de-DE" dirty="0"/>
          </a:p>
          <a:p>
            <a:pPr lvl="6"/>
            <a:r>
              <a:rPr lang="de-DE" dirty="0"/>
              <a:t>7th </a:t>
            </a:r>
            <a:r>
              <a:rPr lang="de-DE" dirty="0" err="1"/>
              <a:t>level</a:t>
            </a:r>
            <a:endParaRPr lang="de-DE" dirty="0"/>
          </a:p>
          <a:p>
            <a:pPr lvl="7"/>
            <a:r>
              <a:rPr lang="de-DE" dirty="0"/>
              <a:t>8th </a:t>
            </a:r>
            <a:r>
              <a:rPr lang="de-DE" dirty="0" err="1"/>
              <a:t>level</a:t>
            </a:r>
            <a:endParaRPr lang="de-DE" dirty="0"/>
          </a:p>
          <a:p>
            <a:pPr lvl="8"/>
            <a:r>
              <a:rPr lang="de-DE" dirty="0"/>
              <a:t>9th </a:t>
            </a:r>
            <a:r>
              <a:rPr lang="de-DE" dirty="0" err="1"/>
              <a:t>level</a:t>
            </a:r>
            <a:endParaRPr lang="de-DE" dirty="0"/>
          </a:p>
        </p:txBody>
      </p:sp>
    </p:spTree>
    <p:extLst>
      <p:ext uri="{BB962C8B-B14F-4D97-AF65-F5344CB8AC3E}">
        <p14:creationId xmlns:p14="http://schemas.microsoft.com/office/powerpoint/2010/main" val="3700523295"/>
      </p:ext>
    </p:extLst>
  </p:cSld>
  <p:clrMap bg1="lt1" tx1="dk1" bg2="lt2" tx2="dk2" accent1="accent1" accent2="accent2" accent3="accent3" accent4="accent4" accent5="accent5" accent6="accent6" hlink="hlink" folHlink="folHlink"/>
  <p:sldLayoutIdLst>
    <p:sldLayoutId id="2147483989" r:id="rId1"/>
    <p:sldLayoutId id="2147483988" r:id="rId2"/>
    <p:sldLayoutId id="2147484005" r:id="rId3"/>
    <p:sldLayoutId id="2147483951" r:id="rId4"/>
    <p:sldLayoutId id="2147484006" r:id="rId5"/>
    <p:sldLayoutId id="2147483992" r:id="rId6"/>
    <p:sldLayoutId id="2147483948" r:id="rId7"/>
    <p:sldLayoutId id="2147484000" r:id="rId8"/>
    <p:sldLayoutId id="2147484001" r:id="rId9"/>
    <p:sldLayoutId id="2147484002" r:id="rId10"/>
    <p:sldLayoutId id="2147483997" r:id="rId11"/>
    <p:sldLayoutId id="2147484003" r:id="rId12"/>
    <p:sldLayoutId id="2147484004" r:id="rId13"/>
    <p:sldLayoutId id="2147483977" r:id="rId14"/>
    <p:sldLayoutId id="2147483978" r:id="rId15"/>
  </p:sldLayoutIdLst>
  <p:hf sldNum="0"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b="0" kern="1200">
          <a:solidFill>
            <a:schemeClr val="tx1"/>
          </a:solidFill>
          <a:latin typeface="+mn-lt"/>
          <a:ea typeface="+mn-ea"/>
          <a:cs typeface="+mn-cs"/>
        </a:defRPr>
      </a:lvl1pPr>
      <a:lvl2pPr marL="360000" indent="-180000" algn="l" defTabSz="914400" rtl="0" eaLnBrk="1" latinLnBrk="0" hangingPunct="1">
        <a:lnSpc>
          <a:spcPct val="100000"/>
        </a:lnSpc>
        <a:spcBef>
          <a:spcPts val="500"/>
        </a:spcBef>
        <a:spcAft>
          <a:spcPts val="0"/>
        </a:spcAft>
        <a:buClr>
          <a:schemeClr val="tx1"/>
        </a:buClr>
        <a:buFont typeface="Symbol" panose="05050102010706020507" pitchFamily="18" charset="2"/>
        <a:buChar char="-"/>
        <a:defRPr lang="de-DE" sz="1500" kern="1200" dirty="0">
          <a:solidFill>
            <a:schemeClr val="tx1"/>
          </a:solidFill>
          <a:latin typeface="+mn-lt"/>
          <a:ea typeface="+mn-ea"/>
          <a:cs typeface="+mn-cs"/>
        </a:defRPr>
      </a:lvl2pPr>
      <a:lvl3pPr marL="54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5pPr>
      <a:lvl6pPr marL="108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6pPr>
      <a:lvl7pPr marL="126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7pPr>
      <a:lvl8pPr marL="144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tabLst>
          <a:tab pos="1527175" algn="l"/>
        </a:tabLst>
        <a:defRPr sz="1500" kern="1200">
          <a:solidFill>
            <a:schemeClr val="tx1"/>
          </a:solidFill>
          <a:latin typeface="+mn-lt"/>
          <a:ea typeface="+mn-ea"/>
          <a:cs typeface="+mn-cs"/>
        </a:defRPr>
      </a:lvl8pPr>
      <a:lvl9pPr marL="1620000" indent="-180000" algn="l" defTabSz="8509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userDrawn="1">
          <p15:clr>
            <a:srgbClr val="C35EA4"/>
          </p15:clr>
        </p15:guide>
        <p15:guide id="3" pos="7491" userDrawn="1">
          <p15:clr>
            <a:srgbClr val="C35EA4"/>
          </p15:clr>
        </p15:guide>
        <p15:guide id="5" pos="189" userDrawn="1">
          <p15:clr>
            <a:srgbClr val="C35EA4"/>
          </p15:clr>
        </p15:guide>
        <p15:guide id="6" orient="horz" pos="436" userDrawn="1">
          <p15:clr>
            <a:srgbClr val="C35EA4"/>
          </p15:clr>
        </p15:guide>
        <p15:guide id="8" orient="horz" pos="867" userDrawn="1">
          <p15:clr>
            <a:srgbClr val="C35EA4"/>
          </p15:clr>
        </p15:guide>
        <p15:guide id="9" orient="horz" pos="4042" userDrawn="1">
          <p15:clr>
            <a:srgbClr val="C35EA4"/>
          </p15:clr>
        </p15:guide>
        <p15:guide id="10" orient="horz" pos="4133" userDrawn="1">
          <p15:clr>
            <a:srgbClr val="C35EA4"/>
          </p15:clr>
        </p15:guide>
        <p15:guide id="11" pos="6992"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E63C9C09-7454-C277-13F4-1A394574F255}"/>
              </a:ext>
            </a:extLst>
          </p:cNvPr>
          <p:cNvSpPr>
            <a:spLocks noGrp="1"/>
          </p:cNvSpPr>
          <p:nvPr>
            <p:ph type="body" sz="quarter" idx="12"/>
          </p:nvPr>
        </p:nvSpPr>
        <p:spPr/>
        <p:txBody>
          <a:bodyPr/>
          <a:lstStyle/>
          <a:p>
            <a:r>
              <a:rPr lang="de-DE" dirty="0"/>
              <a:t>08.07.2026</a:t>
            </a:r>
          </a:p>
        </p:txBody>
      </p:sp>
      <p:sp>
        <p:nvSpPr>
          <p:cNvPr id="12" name="Text Placeholder 11">
            <a:extLst>
              <a:ext uri="{FF2B5EF4-FFF2-40B4-BE49-F238E27FC236}">
                <a16:creationId xmlns:a16="http://schemas.microsoft.com/office/drawing/2014/main" id="{B5C65A1E-36FE-68D5-C576-6F8B1760DD04}"/>
              </a:ext>
            </a:extLst>
          </p:cNvPr>
          <p:cNvSpPr>
            <a:spLocks noGrp="1"/>
          </p:cNvSpPr>
          <p:nvPr>
            <p:ph type="body" sz="quarter" idx="13"/>
          </p:nvPr>
        </p:nvSpPr>
        <p:spPr/>
        <p:txBody>
          <a:bodyPr/>
          <a:lstStyle/>
          <a:p>
            <a:r>
              <a:rPr lang="de-DE" dirty="0"/>
              <a:t>Azmi Beyrouti</a:t>
            </a:r>
          </a:p>
        </p:txBody>
      </p:sp>
      <p:sp>
        <p:nvSpPr>
          <p:cNvPr id="9" name="Title 8">
            <a:extLst>
              <a:ext uri="{FF2B5EF4-FFF2-40B4-BE49-F238E27FC236}">
                <a16:creationId xmlns:a16="http://schemas.microsoft.com/office/drawing/2014/main" id="{0A56EC87-2737-4299-A38F-22DF867D29EF}"/>
              </a:ext>
            </a:extLst>
          </p:cNvPr>
          <p:cNvSpPr>
            <a:spLocks noGrp="1"/>
          </p:cNvSpPr>
          <p:nvPr>
            <p:ph type="ctrTitle"/>
          </p:nvPr>
        </p:nvSpPr>
        <p:spPr/>
        <p:txBody>
          <a:bodyPr/>
          <a:lstStyle/>
          <a:p>
            <a:r>
              <a:rPr lang="de-DE" dirty="0"/>
              <a:t>Kick-Off Bachelorarbeit</a:t>
            </a:r>
          </a:p>
        </p:txBody>
      </p:sp>
      <p:sp>
        <p:nvSpPr>
          <p:cNvPr id="10" name="Subtitle 9">
            <a:extLst>
              <a:ext uri="{FF2B5EF4-FFF2-40B4-BE49-F238E27FC236}">
                <a16:creationId xmlns:a16="http://schemas.microsoft.com/office/drawing/2014/main" id="{8E361200-E342-AC67-B06E-E6D465BD01E6}"/>
              </a:ext>
            </a:extLst>
          </p:cNvPr>
          <p:cNvSpPr>
            <a:spLocks noGrp="1"/>
          </p:cNvSpPr>
          <p:nvPr>
            <p:ph type="subTitle" idx="1"/>
          </p:nvPr>
        </p:nvSpPr>
        <p:spPr>
          <a:xfrm>
            <a:off x="731837" y="3757171"/>
            <a:ext cx="4235589" cy="276999"/>
          </a:xfrm>
        </p:spPr>
        <p:txBody>
          <a:bodyPr/>
          <a:lstStyle/>
          <a:p>
            <a:r>
              <a:rPr lang="de-DE" sz="1600" i="1" dirty="0"/>
              <a:t>Development and Implementation </a:t>
            </a:r>
            <a:r>
              <a:rPr lang="de-DE" sz="1600" i="1" dirty="0" err="1"/>
              <a:t>of</a:t>
            </a:r>
            <a:r>
              <a:rPr lang="de-DE" sz="1600" i="1" dirty="0"/>
              <a:t> a Permanent Magnet </a:t>
            </a:r>
            <a:r>
              <a:rPr lang="de-DE" sz="1600" i="1" dirty="0" err="1"/>
              <a:t>Synchronous</a:t>
            </a:r>
            <a:r>
              <a:rPr lang="de-DE" sz="1600" i="1" dirty="0"/>
              <a:t> Motor Control </a:t>
            </a:r>
            <a:r>
              <a:rPr lang="de-DE" sz="1600" i="1" dirty="0" err="1"/>
              <a:t>Platform</a:t>
            </a:r>
            <a:endParaRPr lang="de-DE" sz="1600" i="1" dirty="0"/>
          </a:p>
        </p:txBody>
      </p:sp>
    </p:spTree>
    <p:extLst>
      <p:ext uri="{BB962C8B-B14F-4D97-AF65-F5344CB8AC3E}">
        <p14:creationId xmlns:p14="http://schemas.microsoft.com/office/powerpoint/2010/main" val="2274615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0EFE6FF-71F2-DF1C-241C-7139C2470002}"/>
              </a:ext>
            </a:extLst>
          </p:cNvPr>
          <p:cNvSpPr>
            <a:spLocks noGrp="1"/>
          </p:cNvSpPr>
          <p:nvPr>
            <p:ph type="body" sz="quarter" idx="10"/>
          </p:nvPr>
        </p:nvSpPr>
        <p:spPr>
          <a:xfrm>
            <a:off x="473411" y="1432975"/>
            <a:ext cx="655300" cy="615553"/>
          </a:xfrm>
        </p:spPr>
        <p:txBody>
          <a:bodyPr/>
          <a:lstStyle/>
          <a:p>
            <a:r>
              <a:rPr lang="de-DE" dirty="0"/>
              <a:t>01</a:t>
            </a:r>
          </a:p>
        </p:txBody>
      </p:sp>
      <p:sp>
        <p:nvSpPr>
          <p:cNvPr id="12" name="Text Placeholder 11">
            <a:extLst>
              <a:ext uri="{FF2B5EF4-FFF2-40B4-BE49-F238E27FC236}">
                <a16:creationId xmlns:a16="http://schemas.microsoft.com/office/drawing/2014/main" id="{85E37564-C69D-A933-ADF2-EBED55F4E013}"/>
              </a:ext>
            </a:extLst>
          </p:cNvPr>
          <p:cNvSpPr>
            <a:spLocks noGrp="1"/>
          </p:cNvSpPr>
          <p:nvPr>
            <p:ph type="body" sz="quarter" idx="14"/>
          </p:nvPr>
        </p:nvSpPr>
        <p:spPr>
          <a:xfrm>
            <a:off x="473411" y="2681595"/>
            <a:ext cx="655300" cy="615553"/>
          </a:xfrm>
        </p:spPr>
        <p:txBody>
          <a:bodyPr/>
          <a:lstStyle/>
          <a:p>
            <a:r>
              <a:rPr lang="de-DE" dirty="0"/>
              <a:t>02</a:t>
            </a:r>
          </a:p>
        </p:txBody>
      </p:sp>
      <p:sp>
        <p:nvSpPr>
          <p:cNvPr id="14" name="Text Placeholder 13">
            <a:extLst>
              <a:ext uri="{FF2B5EF4-FFF2-40B4-BE49-F238E27FC236}">
                <a16:creationId xmlns:a16="http://schemas.microsoft.com/office/drawing/2014/main" id="{8013E41B-FECF-448C-DE5B-F6BAC9AA3222}"/>
              </a:ext>
            </a:extLst>
          </p:cNvPr>
          <p:cNvSpPr>
            <a:spLocks noGrp="1"/>
          </p:cNvSpPr>
          <p:nvPr>
            <p:ph type="body" sz="quarter" idx="18"/>
          </p:nvPr>
        </p:nvSpPr>
        <p:spPr>
          <a:xfrm>
            <a:off x="473411" y="3930215"/>
            <a:ext cx="655300" cy="615553"/>
          </a:xfrm>
        </p:spPr>
        <p:txBody>
          <a:bodyPr/>
          <a:lstStyle/>
          <a:p>
            <a:r>
              <a:rPr lang="de-DE" dirty="0"/>
              <a:t>03</a:t>
            </a:r>
          </a:p>
        </p:txBody>
      </p:sp>
      <p:sp>
        <p:nvSpPr>
          <p:cNvPr id="16" name="Text Placeholder 15">
            <a:extLst>
              <a:ext uri="{FF2B5EF4-FFF2-40B4-BE49-F238E27FC236}">
                <a16:creationId xmlns:a16="http://schemas.microsoft.com/office/drawing/2014/main" id="{9F07BF72-F519-70A2-B6FC-510D7BEE82F8}"/>
              </a:ext>
            </a:extLst>
          </p:cNvPr>
          <p:cNvSpPr>
            <a:spLocks noGrp="1"/>
          </p:cNvSpPr>
          <p:nvPr>
            <p:ph type="body" sz="quarter" idx="22"/>
          </p:nvPr>
        </p:nvSpPr>
        <p:spPr>
          <a:xfrm>
            <a:off x="473411" y="5178834"/>
            <a:ext cx="655300" cy="615553"/>
          </a:xfrm>
        </p:spPr>
        <p:txBody>
          <a:bodyPr/>
          <a:lstStyle/>
          <a:p>
            <a:r>
              <a:rPr lang="de-DE" dirty="0"/>
              <a:t>04</a:t>
            </a:r>
          </a:p>
        </p:txBody>
      </p:sp>
      <p:sp>
        <p:nvSpPr>
          <p:cNvPr id="9" name="Title 8">
            <a:extLst>
              <a:ext uri="{FF2B5EF4-FFF2-40B4-BE49-F238E27FC236}">
                <a16:creationId xmlns:a16="http://schemas.microsoft.com/office/drawing/2014/main" id="{B16C7024-DB78-96D8-3862-EDE0535F7CB1}"/>
              </a:ext>
            </a:extLst>
          </p:cNvPr>
          <p:cNvSpPr>
            <a:spLocks noGrp="1"/>
          </p:cNvSpPr>
          <p:nvPr>
            <p:ph type="title"/>
          </p:nvPr>
        </p:nvSpPr>
        <p:spPr/>
        <p:txBody>
          <a:bodyPr/>
          <a:lstStyle/>
          <a:p>
            <a:endParaRPr lang="de-DE"/>
          </a:p>
        </p:txBody>
      </p:sp>
      <p:sp>
        <p:nvSpPr>
          <p:cNvPr id="18" name="Text Placeholder 17">
            <a:extLst>
              <a:ext uri="{FF2B5EF4-FFF2-40B4-BE49-F238E27FC236}">
                <a16:creationId xmlns:a16="http://schemas.microsoft.com/office/drawing/2014/main" id="{0696E3CD-AF12-FCFE-5692-0BA226EB0BAB}"/>
              </a:ext>
            </a:extLst>
          </p:cNvPr>
          <p:cNvSpPr>
            <a:spLocks noGrp="1"/>
          </p:cNvSpPr>
          <p:nvPr>
            <p:ph type="body" sz="quarter" idx="26"/>
          </p:nvPr>
        </p:nvSpPr>
        <p:spPr>
          <a:xfrm>
            <a:off x="292897" y="769688"/>
            <a:ext cx="9532381" cy="221599"/>
          </a:xfrm>
        </p:spPr>
        <p:txBody>
          <a:bodyPr>
            <a:normAutofit fontScale="25000" lnSpcReduction="20000"/>
          </a:bodyPr>
          <a:lstStyle/>
          <a:p>
            <a:r>
              <a:rPr lang="de-DE" sz="7200" dirty="0"/>
              <a:t>Kick-Off Bachelorarbeit</a:t>
            </a:r>
          </a:p>
          <a:p>
            <a:endParaRPr lang="de-DE" dirty="0"/>
          </a:p>
        </p:txBody>
      </p:sp>
      <p:sp>
        <p:nvSpPr>
          <p:cNvPr id="19" name="Text Placeholder 18">
            <a:extLst>
              <a:ext uri="{FF2B5EF4-FFF2-40B4-BE49-F238E27FC236}">
                <a16:creationId xmlns:a16="http://schemas.microsoft.com/office/drawing/2014/main" id="{9A750293-7FB9-D831-9915-CF42BF356B46}"/>
              </a:ext>
            </a:extLst>
          </p:cNvPr>
          <p:cNvSpPr>
            <a:spLocks noGrp="1"/>
          </p:cNvSpPr>
          <p:nvPr>
            <p:ph type="body" sz="quarter" idx="38"/>
          </p:nvPr>
        </p:nvSpPr>
        <p:spPr>
          <a:xfrm>
            <a:off x="1128711" y="1589868"/>
            <a:ext cx="4572476" cy="293856"/>
          </a:xfrm>
        </p:spPr>
        <p:txBody>
          <a:bodyPr>
            <a:noAutofit/>
          </a:bodyPr>
          <a:lstStyle/>
          <a:p>
            <a:r>
              <a:rPr lang="de-DE" sz="2400" dirty="0"/>
              <a:t>Vorstellung des Themas</a:t>
            </a:r>
          </a:p>
        </p:txBody>
      </p:sp>
      <p:sp>
        <p:nvSpPr>
          <p:cNvPr id="21" name="Text Placeholder 20">
            <a:extLst>
              <a:ext uri="{FF2B5EF4-FFF2-40B4-BE49-F238E27FC236}">
                <a16:creationId xmlns:a16="http://schemas.microsoft.com/office/drawing/2014/main" id="{FA8F2F2F-4BBC-A927-92E2-EE6E5C849F34}"/>
              </a:ext>
            </a:extLst>
          </p:cNvPr>
          <p:cNvSpPr>
            <a:spLocks noGrp="1"/>
          </p:cNvSpPr>
          <p:nvPr>
            <p:ph type="body" sz="quarter" idx="40"/>
          </p:nvPr>
        </p:nvSpPr>
        <p:spPr>
          <a:xfrm>
            <a:off x="1128710" y="2826176"/>
            <a:ext cx="4572476" cy="293856"/>
          </a:xfrm>
        </p:spPr>
        <p:txBody>
          <a:bodyPr>
            <a:noAutofit/>
          </a:bodyPr>
          <a:lstStyle/>
          <a:p>
            <a:r>
              <a:rPr lang="de-DE" sz="2400" dirty="0"/>
              <a:t>Arbeitspunkte</a:t>
            </a:r>
          </a:p>
        </p:txBody>
      </p:sp>
      <p:sp>
        <p:nvSpPr>
          <p:cNvPr id="23" name="Text Placeholder 22">
            <a:extLst>
              <a:ext uri="{FF2B5EF4-FFF2-40B4-BE49-F238E27FC236}">
                <a16:creationId xmlns:a16="http://schemas.microsoft.com/office/drawing/2014/main" id="{F4F8A2A7-C6B8-8ADE-A59C-6850D440EC9F}"/>
              </a:ext>
            </a:extLst>
          </p:cNvPr>
          <p:cNvSpPr>
            <a:spLocks noGrp="1"/>
          </p:cNvSpPr>
          <p:nvPr>
            <p:ph type="body" sz="quarter" idx="42"/>
          </p:nvPr>
        </p:nvSpPr>
        <p:spPr>
          <a:xfrm>
            <a:off x="1128710" y="4088576"/>
            <a:ext cx="4995403" cy="293856"/>
          </a:xfrm>
        </p:spPr>
        <p:txBody>
          <a:bodyPr>
            <a:noAutofit/>
          </a:bodyPr>
          <a:lstStyle/>
          <a:p>
            <a:r>
              <a:rPr lang="de-DE" sz="2400" dirty="0"/>
              <a:t>Projektabsicherung &amp; Zielsetzung</a:t>
            </a:r>
          </a:p>
        </p:txBody>
      </p:sp>
      <p:sp>
        <p:nvSpPr>
          <p:cNvPr id="25" name="Text Placeholder 24">
            <a:extLst>
              <a:ext uri="{FF2B5EF4-FFF2-40B4-BE49-F238E27FC236}">
                <a16:creationId xmlns:a16="http://schemas.microsoft.com/office/drawing/2014/main" id="{94EC8438-C068-BA42-ED6E-00449BA07178}"/>
              </a:ext>
            </a:extLst>
          </p:cNvPr>
          <p:cNvSpPr>
            <a:spLocks noGrp="1"/>
          </p:cNvSpPr>
          <p:nvPr>
            <p:ph type="body" sz="quarter" idx="44"/>
          </p:nvPr>
        </p:nvSpPr>
        <p:spPr>
          <a:xfrm>
            <a:off x="1128710" y="5324884"/>
            <a:ext cx="4572476" cy="293856"/>
          </a:xfrm>
        </p:spPr>
        <p:txBody>
          <a:bodyPr>
            <a:noAutofit/>
          </a:bodyPr>
          <a:lstStyle/>
          <a:p>
            <a:r>
              <a:rPr lang="de-DE" sz="2400" dirty="0"/>
              <a:t>Ist-Stand</a:t>
            </a:r>
          </a:p>
        </p:txBody>
      </p:sp>
      <p:sp>
        <p:nvSpPr>
          <p:cNvPr id="8" name="Footer Placeholder 7">
            <a:extLst>
              <a:ext uri="{FF2B5EF4-FFF2-40B4-BE49-F238E27FC236}">
                <a16:creationId xmlns:a16="http://schemas.microsoft.com/office/drawing/2014/main" id="{336D3D41-5865-CD62-70EF-6348BDCFF412}"/>
              </a:ext>
            </a:extLst>
          </p:cNvPr>
          <p:cNvSpPr>
            <a:spLocks noGrp="1"/>
          </p:cNvSpPr>
          <p:nvPr>
            <p:ph type="ftr" sz="quarter" idx="54"/>
          </p:nvPr>
        </p:nvSpPr>
        <p:spPr/>
        <p:txBody>
          <a:bodyPr/>
          <a:lstStyle/>
          <a:p>
            <a:r>
              <a:rPr lang="de-DE">
                <a:solidFill>
                  <a:schemeClr val="tx1"/>
                </a:solidFill>
              </a:rPr>
              <a:t>Presentation title | Confidentiality rating   © Diehl Aerospace – a Joint Diehl Thales Company	</a:t>
            </a:r>
          </a:p>
          <a:p>
            <a:endParaRPr lang="de-DE" dirty="0"/>
          </a:p>
        </p:txBody>
      </p:sp>
      <p:sp>
        <p:nvSpPr>
          <p:cNvPr id="39" name="Text Placeholder 15">
            <a:extLst>
              <a:ext uri="{FF2B5EF4-FFF2-40B4-BE49-F238E27FC236}">
                <a16:creationId xmlns:a16="http://schemas.microsoft.com/office/drawing/2014/main" id="{DF7B6FC1-D7AD-AA17-FBD9-26AF194BEFCF}"/>
              </a:ext>
            </a:extLst>
          </p:cNvPr>
          <p:cNvSpPr txBox="1">
            <a:spLocks/>
          </p:cNvSpPr>
          <p:nvPr/>
        </p:nvSpPr>
        <p:spPr>
          <a:xfrm>
            <a:off x="292896" y="5117248"/>
            <a:ext cx="655300" cy="615553"/>
          </a:xfrm>
          <a:prstGeom prst="rect">
            <a:avLst/>
          </a:prstGeom>
        </p:spPr>
        <p:txBody>
          <a:bodyPr vert="horz" lIns="91440" tIns="90000" rIns="91440" bIns="90000" rtlCol="0" anchor="ctr">
            <a:noAutofit/>
          </a:bodyPr>
          <a:lstStyle>
            <a:lvl1pPr marL="0" indent="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None/>
              <a:defRPr sz="3200" b="0" kern="1200">
                <a:solidFill>
                  <a:schemeClr val="accent1"/>
                </a:solidFill>
                <a:latin typeface="+mn-lt"/>
                <a:ea typeface="+mn-ea"/>
                <a:cs typeface="+mn-cs"/>
              </a:defRPr>
            </a:lvl1pPr>
            <a:lvl2pPr marL="360000" indent="-180000" algn="l" defTabSz="914400" rtl="0" eaLnBrk="1" latinLnBrk="0" hangingPunct="1">
              <a:lnSpc>
                <a:spcPct val="100000"/>
              </a:lnSpc>
              <a:spcBef>
                <a:spcPts val="500"/>
              </a:spcBef>
              <a:spcAft>
                <a:spcPts val="0"/>
              </a:spcAft>
              <a:buClr>
                <a:schemeClr val="tx1"/>
              </a:buClr>
              <a:buFont typeface="Symbol" panose="05050102010706020507" pitchFamily="18" charset="2"/>
              <a:buChar char="-"/>
              <a:defRPr lang="de-DE" sz="1500" kern="1200" dirty="0">
                <a:solidFill>
                  <a:schemeClr val="tx1"/>
                </a:solidFill>
                <a:latin typeface="+mn-lt"/>
                <a:ea typeface="+mn-ea"/>
                <a:cs typeface="+mn-cs"/>
              </a:defRPr>
            </a:lvl2pPr>
            <a:lvl3pPr marL="54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5pPr>
            <a:lvl6pPr marL="108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6pPr>
            <a:lvl7pPr marL="126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7pPr>
            <a:lvl8pPr marL="144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tabLst>
                <a:tab pos="1527175" algn="l"/>
              </a:tabLst>
              <a:defRPr sz="1500" kern="1200">
                <a:solidFill>
                  <a:schemeClr val="tx1"/>
                </a:solidFill>
                <a:latin typeface="+mn-lt"/>
                <a:ea typeface="+mn-ea"/>
                <a:cs typeface="+mn-cs"/>
              </a:defRPr>
            </a:lvl8pPr>
            <a:lvl9pPr marL="1620000" indent="-180000" algn="l" defTabSz="8509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9pPr>
          </a:lstStyle>
          <a:p>
            <a:endParaRPr lang="de-DE"/>
          </a:p>
        </p:txBody>
      </p:sp>
      <p:sp>
        <p:nvSpPr>
          <p:cNvPr id="48" name="Text Placeholder 15">
            <a:extLst>
              <a:ext uri="{FF2B5EF4-FFF2-40B4-BE49-F238E27FC236}">
                <a16:creationId xmlns:a16="http://schemas.microsoft.com/office/drawing/2014/main" id="{2D2D4270-BCCB-F5E4-FAD9-8FEF8EB5A748}"/>
              </a:ext>
            </a:extLst>
          </p:cNvPr>
          <p:cNvSpPr txBox="1">
            <a:spLocks/>
          </p:cNvSpPr>
          <p:nvPr/>
        </p:nvSpPr>
        <p:spPr>
          <a:xfrm>
            <a:off x="6490814" y="1432975"/>
            <a:ext cx="655300" cy="615553"/>
          </a:xfrm>
          <a:prstGeom prst="rect">
            <a:avLst/>
          </a:prstGeom>
        </p:spPr>
        <p:txBody>
          <a:bodyPr vert="horz" lIns="91440" tIns="90000" rIns="91440" bIns="90000" rtlCol="0" anchor="ctr">
            <a:noAutofit/>
          </a:bodyPr>
          <a:lstStyle>
            <a:lvl1pPr marL="0" indent="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None/>
              <a:defRPr sz="3200" b="0" kern="1200">
                <a:solidFill>
                  <a:schemeClr val="accent1"/>
                </a:solidFill>
                <a:latin typeface="+mn-lt"/>
                <a:ea typeface="+mn-ea"/>
                <a:cs typeface="+mn-cs"/>
              </a:defRPr>
            </a:lvl1pPr>
            <a:lvl2pPr marL="360000" indent="-180000" algn="l" defTabSz="914400" rtl="0" eaLnBrk="1" latinLnBrk="0" hangingPunct="1">
              <a:lnSpc>
                <a:spcPct val="100000"/>
              </a:lnSpc>
              <a:spcBef>
                <a:spcPts val="500"/>
              </a:spcBef>
              <a:spcAft>
                <a:spcPts val="0"/>
              </a:spcAft>
              <a:buClr>
                <a:schemeClr val="tx1"/>
              </a:buClr>
              <a:buFont typeface="Symbol" panose="05050102010706020507" pitchFamily="18" charset="2"/>
              <a:buChar char="-"/>
              <a:defRPr lang="de-DE" sz="1500" kern="1200" dirty="0">
                <a:solidFill>
                  <a:schemeClr val="tx1"/>
                </a:solidFill>
                <a:latin typeface="+mn-lt"/>
                <a:ea typeface="+mn-ea"/>
                <a:cs typeface="+mn-cs"/>
              </a:defRPr>
            </a:lvl2pPr>
            <a:lvl3pPr marL="54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5pPr>
            <a:lvl6pPr marL="108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6pPr>
            <a:lvl7pPr marL="126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7pPr>
            <a:lvl8pPr marL="144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tabLst>
                <a:tab pos="1527175" algn="l"/>
              </a:tabLst>
              <a:defRPr sz="1500" kern="1200">
                <a:solidFill>
                  <a:schemeClr val="tx1"/>
                </a:solidFill>
                <a:latin typeface="+mn-lt"/>
                <a:ea typeface="+mn-ea"/>
                <a:cs typeface="+mn-cs"/>
              </a:defRPr>
            </a:lvl8pPr>
            <a:lvl9pPr marL="1620000" indent="-180000" algn="l" defTabSz="8509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9pPr>
          </a:lstStyle>
          <a:p>
            <a:r>
              <a:rPr lang="de-DE" dirty="0"/>
              <a:t>05</a:t>
            </a:r>
          </a:p>
        </p:txBody>
      </p:sp>
      <p:sp>
        <p:nvSpPr>
          <p:cNvPr id="49" name="Text Placeholder 24">
            <a:extLst>
              <a:ext uri="{FF2B5EF4-FFF2-40B4-BE49-F238E27FC236}">
                <a16:creationId xmlns:a16="http://schemas.microsoft.com/office/drawing/2014/main" id="{1CE0FAFB-2DDA-129F-79C5-04213269FD2A}"/>
              </a:ext>
            </a:extLst>
          </p:cNvPr>
          <p:cNvSpPr txBox="1">
            <a:spLocks/>
          </p:cNvSpPr>
          <p:nvPr/>
        </p:nvSpPr>
        <p:spPr>
          <a:xfrm>
            <a:off x="7146113" y="1579025"/>
            <a:ext cx="4572476" cy="293856"/>
          </a:xfrm>
          <a:prstGeom prst="rect">
            <a:avLst/>
          </a:prstGeom>
        </p:spPr>
        <p:txBody>
          <a:bodyPr vert="horz" lIns="91440" tIns="90000" rIns="91440" bIns="90000" rtlCol="0" anchor="ctr">
            <a:noAutofit/>
          </a:bodyPr>
          <a:lstStyle>
            <a:lvl1pPr marL="0" indent="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None/>
              <a:defRPr sz="1800" b="0" kern="1200">
                <a:solidFill>
                  <a:schemeClr val="tx1"/>
                </a:solidFill>
                <a:latin typeface="+mn-lt"/>
                <a:ea typeface="+mn-ea"/>
                <a:cs typeface="+mn-cs"/>
              </a:defRPr>
            </a:lvl1pPr>
            <a:lvl2pPr marL="360000" indent="-180000" algn="l" defTabSz="914400" rtl="0" eaLnBrk="1" latinLnBrk="0" hangingPunct="1">
              <a:lnSpc>
                <a:spcPct val="100000"/>
              </a:lnSpc>
              <a:spcBef>
                <a:spcPts val="500"/>
              </a:spcBef>
              <a:spcAft>
                <a:spcPts val="0"/>
              </a:spcAft>
              <a:buClr>
                <a:schemeClr val="tx1"/>
              </a:buClr>
              <a:buFont typeface="Symbol" panose="05050102010706020507" pitchFamily="18" charset="2"/>
              <a:buChar char="-"/>
              <a:defRPr lang="de-DE" sz="1500" kern="1200" dirty="0">
                <a:solidFill>
                  <a:schemeClr val="tx1"/>
                </a:solidFill>
                <a:latin typeface="+mn-lt"/>
                <a:ea typeface="+mn-ea"/>
                <a:cs typeface="+mn-cs"/>
              </a:defRPr>
            </a:lvl2pPr>
            <a:lvl3pPr marL="54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5pPr>
            <a:lvl6pPr marL="108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defRPr sz="1500" kern="1200">
                <a:solidFill>
                  <a:schemeClr val="tx1"/>
                </a:solidFill>
                <a:latin typeface="+mn-lt"/>
                <a:ea typeface="+mn-ea"/>
                <a:cs typeface="+mn-cs"/>
              </a:defRPr>
            </a:lvl6pPr>
            <a:lvl7pPr marL="1260000" indent="-180000" algn="l" defTabSz="9144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7pPr>
            <a:lvl8pPr marL="1440000" indent="-180000" algn="l" defTabSz="914400" rtl="0" eaLnBrk="1" latinLnBrk="0" hangingPunct="1">
              <a:lnSpc>
                <a:spcPct val="100000"/>
              </a:lnSpc>
              <a:spcBef>
                <a:spcPts val="500"/>
              </a:spcBef>
              <a:spcAft>
                <a:spcPts val="0"/>
              </a:spcAft>
              <a:buClr>
                <a:schemeClr val="tx1"/>
              </a:buClr>
              <a:buSzPct val="100000"/>
              <a:buFont typeface="Symbol" panose="05050102010706020507" pitchFamily="18" charset="2"/>
              <a:buChar char="-"/>
              <a:tabLst>
                <a:tab pos="1527175" algn="l"/>
              </a:tabLst>
              <a:defRPr sz="1500" kern="1200">
                <a:solidFill>
                  <a:schemeClr val="tx1"/>
                </a:solidFill>
                <a:latin typeface="+mn-lt"/>
                <a:ea typeface="+mn-ea"/>
                <a:cs typeface="+mn-cs"/>
              </a:defRPr>
            </a:lvl8pPr>
            <a:lvl9pPr marL="1620000" indent="-180000" algn="l" defTabSz="850900" rtl="0" eaLnBrk="1" latinLnBrk="0" hangingPunct="1">
              <a:lnSpc>
                <a:spcPct val="100000"/>
              </a:lnSpc>
              <a:spcBef>
                <a:spcPts val="500"/>
              </a:spcBef>
              <a:spcAft>
                <a:spcPts val="0"/>
              </a:spcAft>
              <a:buClr>
                <a:schemeClr val="tx1"/>
              </a:buClr>
              <a:buSzPct val="100000"/>
              <a:buFont typeface="Arial" panose="020B0604020202020204" pitchFamily="34" charset="0"/>
              <a:buChar char="•"/>
              <a:defRPr sz="1500" kern="1200">
                <a:solidFill>
                  <a:schemeClr val="tx1"/>
                </a:solidFill>
                <a:latin typeface="+mn-lt"/>
                <a:ea typeface="+mn-ea"/>
                <a:cs typeface="+mn-cs"/>
              </a:defRPr>
            </a:lvl9pPr>
          </a:lstStyle>
          <a:p>
            <a:r>
              <a:rPr lang="de-DE" sz="2400" dirty="0"/>
              <a:t>Fragen zum Vorgehen</a:t>
            </a:r>
          </a:p>
        </p:txBody>
      </p:sp>
    </p:spTree>
    <p:extLst>
      <p:ext uri="{BB962C8B-B14F-4D97-AF65-F5344CB8AC3E}">
        <p14:creationId xmlns:p14="http://schemas.microsoft.com/office/powerpoint/2010/main" val="630810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8DEAE9-02FA-BD34-781A-AA1FE1E2DA5D}"/>
              </a:ext>
            </a:extLst>
          </p:cNvPr>
          <p:cNvSpPr>
            <a:spLocks noGrp="1"/>
          </p:cNvSpPr>
          <p:nvPr>
            <p:ph type="title"/>
          </p:nvPr>
        </p:nvSpPr>
        <p:spPr/>
        <p:txBody>
          <a:bodyPr/>
          <a:lstStyle/>
          <a:p>
            <a:r>
              <a:rPr lang="de-DE" dirty="0"/>
              <a:t>Thema</a:t>
            </a:r>
          </a:p>
        </p:txBody>
      </p:sp>
      <p:sp>
        <p:nvSpPr>
          <p:cNvPr id="3" name="Textplatzhalter 2">
            <a:extLst>
              <a:ext uri="{FF2B5EF4-FFF2-40B4-BE49-F238E27FC236}">
                <a16:creationId xmlns:a16="http://schemas.microsoft.com/office/drawing/2014/main" id="{E32DC6F9-0D46-08E1-9487-B45AC027F4D3}"/>
              </a:ext>
            </a:extLst>
          </p:cNvPr>
          <p:cNvSpPr>
            <a:spLocks noGrp="1"/>
          </p:cNvSpPr>
          <p:nvPr>
            <p:ph type="body" sz="quarter" idx="26"/>
          </p:nvPr>
        </p:nvSpPr>
        <p:spPr/>
        <p:txBody>
          <a:bodyPr>
            <a:noAutofit/>
          </a:bodyPr>
          <a:lstStyle/>
          <a:p>
            <a:r>
              <a:rPr lang="de-DE" dirty="0"/>
              <a:t>Kick-Off Bachelorarbeit</a:t>
            </a:r>
          </a:p>
        </p:txBody>
      </p:sp>
      <p:sp>
        <p:nvSpPr>
          <p:cNvPr id="5" name="Textplatzhalter 4">
            <a:extLst>
              <a:ext uri="{FF2B5EF4-FFF2-40B4-BE49-F238E27FC236}">
                <a16:creationId xmlns:a16="http://schemas.microsoft.com/office/drawing/2014/main" id="{C5268318-D455-EE93-F1FC-3F80B5AAB82A}"/>
              </a:ext>
            </a:extLst>
          </p:cNvPr>
          <p:cNvSpPr>
            <a:spLocks noGrp="1"/>
          </p:cNvSpPr>
          <p:nvPr>
            <p:ph type="body" sz="quarter" idx="29"/>
          </p:nvPr>
        </p:nvSpPr>
        <p:spPr/>
        <p:txBody>
          <a:bodyPr>
            <a:normAutofit lnSpcReduction="10000"/>
          </a:bodyPr>
          <a:lstStyle/>
          <a:p>
            <a:pPr marL="0" indent="0" algn="ctr">
              <a:buNone/>
            </a:pPr>
            <a:r>
              <a:rPr lang="de-DE" sz="2800" b="1" i="1" dirty="0"/>
              <a:t>Development and Implementation </a:t>
            </a:r>
            <a:r>
              <a:rPr lang="de-DE" sz="2800" b="1" i="1" dirty="0" err="1"/>
              <a:t>of</a:t>
            </a:r>
            <a:r>
              <a:rPr lang="de-DE" sz="2800" b="1" i="1" dirty="0"/>
              <a:t> a Permanent Magnet </a:t>
            </a:r>
            <a:r>
              <a:rPr lang="de-DE" sz="2800" b="1" i="1" dirty="0" err="1"/>
              <a:t>Synchronous</a:t>
            </a:r>
            <a:r>
              <a:rPr lang="de-DE" sz="2800" b="1" i="1" dirty="0"/>
              <a:t> Motor Control </a:t>
            </a:r>
            <a:r>
              <a:rPr lang="de-DE" sz="2800" b="1" i="1" dirty="0" err="1"/>
              <a:t>Platform</a:t>
            </a:r>
            <a:endParaRPr lang="de-DE" sz="2800" b="1" i="1" dirty="0"/>
          </a:p>
          <a:p>
            <a:pPr marL="0" indent="0">
              <a:buNone/>
            </a:pPr>
            <a:endParaRPr lang="de-DE" sz="1600" i="1" dirty="0"/>
          </a:p>
          <a:p>
            <a:pPr marL="0" indent="0">
              <a:buNone/>
            </a:pPr>
            <a:r>
              <a:rPr lang="de-DE" sz="1600" b="1" dirty="0"/>
              <a:t>Design einer Kontroll-Test-Plattform </a:t>
            </a:r>
          </a:p>
          <a:p>
            <a:r>
              <a:rPr lang="de-DE" sz="1600" dirty="0"/>
              <a:t>Soll erlauben PMSM-Motoren anzuschließen und Regelungsstrategien zu testen</a:t>
            </a:r>
          </a:p>
          <a:p>
            <a:pPr lvl="1"/>
            <a:r>
              <a:rPr lang="de-DE" sz="1600" dirty="0"/>
              <a:t>Hierfür Integration verschiedener Sensoren</a:t>
            </a:r>
          </a:p>
          <a:p>
            <a:pPr lvl="1"/>
            <a:r>
              <a:rPr lang="de-DE" sz="1600" dirty="0"/>
              <a:t>Anbindung an verschiedene Schnittstellen (weitere Sensoren, Kommunikation)</a:t>
            </a:r>
          </a:p>
          <a:p>
            <a:pPr lvl="1"/>
            <a:endParaRPr lang="de-DE" sz="1600" dirty="0"/>
          </a:p>
          <a:p>
            <a:r>
              <a:rPr lang="de-DE" sz="1600" dirty="0"/>
              <a:t>Kompatibilität mit Wittenstein TPM Flight-</a:t>
            </a:r>
            <a:r>
              <a:rPr lang="de-DE" sz="1600" dirty="0" err="1"/>
              <a:t>Actuator</a:t>
            </a:r>
            <a:endParaRPr lang="de-DE" sz="1600" dirty="0"/>
          </a:p>
          <a:p>
            <a:endParaRPr lang="de-DE" sz="1600" dirty="0"/>
          </a:p>
          <a:p>
            <a:r>
              <a:rPr lang="de-DE" sz="1600" dirty="0"/>
              <a:t>Kompatibilität mit MatLab / Simulink Programmen</a:t>
            </a:r>
          </a:p>
          <a:p>
            <a:endParaRPr lang="de-DE" sz="1600" dirty="0"/>
          </a:p>
          <a:p>
            <a:r>
              <a:rPr lang="de-DE" sz="1600" dirty="0"/>
              <a:t>Kommunikation mit Diehl Aerospace Flight Control Computer (FCC)</a:t>
            </a:r>
          </a:p>
          <a:p>
            <a:endParaRPr lang="de-DE" sz="1600" dirty="0"/>
          </a:p>
          <a:p>
            <a:r>
              <a:rPr lang="de-DE" sz="1600" dirty="0"/>
              <a:t>Vorbild (Kommunikation &amp; Performance): Volz DA 30-HT Aktuator</a:t>
            </a:r>
          </a:p>
          <a:p>
            <a:endParaRPr lang="de-DE" sz="1600" dirty="0"/>
          </a:p>
        </p:txBody>
      </p:sp>
      <p:pic>
        <p:nvPicPr>
          <p:cNvPr id="1026" name="Picture 2">
            <a:extLst>
              <a:ext uri="{FF2B5EF4-FFF2-40B4-BE49-F238E27FC236}">
                <a16:creationId xmlns:a16="http://schemas.microsoft.com/office/drawing/2014/main" id="{DFE0DBE9-27B0-0E96-647C-D92BD3519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8235" y="2526437"/>
            <a:ext cx="3632199" cy="36321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D84B97A-FFE9-B8B3-FD5A-FBFEC5B1358F}"/>
              </a:ext>
            </a:extLst>
          </p:cNvPr>
          <p:cNvSpPr txBox="1"/>
          <p:nvPr/>
        </p:nvSpPr>
        <p:spPr>
          <a:xfrm>
            <a:off x="7995793" y="5962017"/>
            <a:ext cx="3663576" cy="184666"/>
          </a:xfrm>
          <a:prstGeom prst="rect">
            <a:avLst/>
          </a:prstGeom>
          <a:noFill/>
        </p:spPr>
        <p:txBody>
          <a:bodyPr wrap="square" lIns="0" tIns="0" rIns="0" bIns="0" rtlCol="0">
            <a:spAutoFit/>
          </a:bodyPr>
          <a:lstStyle/>
          <a:p>
            <a:pPr algn="r"/>
            <a:r>
              <a:rPr lang="de-DE" sz="1200" i="1" dirty="0"/>
              <a:t>Volz DA 30-HT</a:t>
            </a:r>
          </a:p>
        </p:txBody>
      </p:sp>
    </p:spTree>
    <p:extLst>
      <p:ext uri="{BB962C8B-B14F-4D97-AF65-F5344CB8AC3E}">
        <p14:creationId xmlns:p14="http://schemas.microsoft.com/office/powerpoint/2010/main" val="713927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F239C-BB0E-5D19-6DA4-306D3341133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C59B9CD-68BA-41CC-4185-8D748E335ABF}"/>
              </a:ext>
            </a:extLst>
          </p:cNvPr>
          <p:cNvSpPr>
            <a:spLocks noGrp="1"/>
          </p:cNvSpPr>
          <p:nvPr>
            <p:ph type="title"/>
          </p:nvPr>
        </p:nvSpPr>
        <p:spPr/>
        <p:txBody>
          <a:bodyPr/>
          <a:lstStyle/>
          <a:p>
            <a:r>
              <a:rPr lang="de-DE" dirty="0"/>
              <a:t>Arbeitspunkte</a:t>
            </a:r>
          </a:p>
        </p:txBody>
      </p:sp>
      <p:sp>
        <p:nvSpPr>
          <p:cNvPr id="3" name="Textplatzhalter 2">
            <a:extLst>
              <a:ext uri="{FF2B5EF4-FFF2-40B4-BE49-F238E27FC236}">
                <a16:creationId xmlns:a16="http://schemas.microsoft.com/office/drawing/2014/main" id="{55B51116-9CCB-1C57-D3D7-5ADFBDA7E985}"/>
              </a:ext>
            </a:extLst>
          </p:cNvPr>
          <p:cNvSpPr>
            <a:spLocks noGrp="1"/>
          </p:cNvSpPr>
          <p:nvPr>
            <p:ph type="body" sz="quarter" idx="26"/>
          </p:nvPr>
        </p:nvSpPr>
        <p:spPr/>
        <p:txBody>
          <a:bodyPr>
            <a:noAutofit/>
          </a:bodyPr>
          <a:lstStyle/>
          <a:p>
            <a:r>
              <a:rPr lang="de-DE" dirty="0"/>
              <a:t>Kick-Off Bachelorarbeit</a:t>
            </a:r>
          </a:p>
        </p:txBody>
      </p:sp>
      <p:sp>
        <p:nvSpPr>
          <p:cNvPr id="5" name="Textplatzhalter 4">
            <a:extLst>
              <a:ext uri="{FF2B5EF4-FFF2-40B4-BE49-F238E27FC236}">
                <a16:creationId xmlns:a16="http://schemas.microsoft.com/office/drawing/2014/main" id="{9919ED6D-6B3E-CE69-1B68-7C22CA0EF708}"/>
              </a:ext>
            </a:extLst>
          </p:cNvPr>
          <p:cNvSpPr>
            <a:spLocks noGrp="1"/>
          </p:cNvSpPr>
          <p:nvPr>
            <p:ph type="body" sz="quarter" idx="29"/>
          </p:nvPr>
        </p:nvSpPr>
        <p:spPr/>
        <p:txBody>
          <a:bodyPr/>
          <a:lstStyle/>
          <a:p>
            <a:pPr marL="0" indent="0">
              <a:buNone/>
            </a:pPr>
            <a:r>
              <a:rPr lang="de-DE" sz="1600" b="1" dirty="0"/>
              <a:t>Arbeitspunkte</a:t>
            </a:r>
          </a:p>
          <a:p>
            <a:pPr lvl="1"/>
            <a:r>
              <a:rPr lang="de-DE" sz="1600" dirty="0"/>
              <a:t>(Definition von </a:t>
            </a:r>
            <a:r>
              <a:rPr lang="de-DE" sz="1600" dirty="0" err="1"/>
              <a:t>Requirements</a:t>
            </a:r>
            <a:r>
              <a:rPr lang="de-DE" sz="1600" dirty="0"/>
              <a:t>)</a:t>
            </a:r>
          </a:p>
          <a:p>
            <a:pPr lvl="1"/>
            <a:r>
              <a:rPr lang="de-DE" sz="1600" dirty="0"/>
              <a:t>Design eines elektrischen Schaltplans</a:t>
            </a:r>
          </a:p>
          <a:p>
            <a:pPr lvl="1"/>
            <a:r>
              <a:rPr lang="de-DE" sz="1600" dirty="0"/>
              <a:t>Layout &amp; Bestellen einer Platine</a:t>
            </a:r>
          </a:p>
          <a:p>
            <a:pPr lvl="1"/>
            <a:r>
              <a:rPr lang="de-DE" sz="1600" dirty="0"/>
              <a:t>Design und Implementierung des Codes</a:t>
            </a:r>
          </a:p>
          <a:p>
            <a:pPr lvl="1"/>
            <a:r>
              <a:rPr lang="de-DE" sz="1600" dirty="0"/>
              <a:t>Testen und Analyse von Regelungen [Wenn die Zeit Reicht]</a:t>
            </a:r>
          </a:p>
          <a:p>
            <a:pPr lvl="1"/>
            <a:endParaRPr lang="de-DE" sz="1600" dirty="0"/>
          </a:p>
          <a:p>
            <a:pPr marL="0" indent="0">
              <a:buNone/>
            </a:pPr>
            <a:r>
              <a:rPr lang="de-DE" sz="1600" b="1" dirty="0"/>
              <a:t>Aus T3000</a:t>
            </a:r>
          </a:p>
          <a:p>
            <a:pPr lvl="1"/>
            <a:r>
              <a:rPr lang="de-DE" sz="1600" dirty="0"/>
              <a:t>Bauteilauswahl der elektrischen Schaltung</a:t>
            </a:r>
          </a:p>
          <a:p>
            <a:pPr lvl="1"/>
            <a:endParaRPr lang="de-DE" sz="1600" dirty="0"/>
          </a:p>
          <a:p>
            <a:pPr marL="0" indent="0">
              <a:buNone/>
            </a:pPr>
            <a:r>
              <a:rPr lang="de-DE" sz="1600" b="1" dirty="0"/>
              <a:t>Bereits geschehen</a:t>
            </a:r>
          </a:p>
          <a:p>
            <a:pPr lvl="1"/>
            <a:r>
              <a:rPr lang="de-DE" sz="1600" dirty="0"/>
              <a:t>Design des Schaltplans</a:t>
            </a:r>
          </a:p>
          <a:p>
            <a:pPr lvl="1"/>
            <a:r>
              <a:rPr lang="de-DE" sz="1600" dirty="0"/>
              <a:t>Überprüfung der Kompatibilität durch </a:t>
            </a:r>
            <a:r>
              <a:rPr lang="de-DE" sz="1600" dirty="0" err="1"/>
              <a:t>Pinzuweisung</a:t>
            </a:r>
            <a:endParaRPr lang="de-DE" sz="1600" dirty="0"/>
          </a:p>
          <a:p>
            <a:pPr lvl="1"/>
            <a:r>
              <a:rPr lang="de-DE" sz="1600" dirty="0"/>
              <a:t>Erstes Layout</a:t>
            </a:r>
          </a:p>
          <a:p>
            <a:pPr marL="0" indent="0">
              <a:buNone/>
            </a:pPr>
            <a:endParaRPr lang="de-DE" dirty="0"/>
          </a:p>
        </p:txBody>
      </p:sp>
      <p:pic>
        <p:nvPicPr>
          <p:cNvPr id="2052" name="Picture 4" descr="NUCLEO-G431RB | Product - STMicroelectronics">
            <a:extLst>
              <a:ext uri="{FF2B5EF4-FFF2-40B4-BE49-F238E27FC236}">
                <a16:creationId xmlns:a16="http://schemas.microsoft.com/office/drawing/2014/main" id="{98897EBF-4728-A160-F241-A594B4668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9244" y="1244815"/>
            <a:ext cx="3955583" cy="452905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MG2100R044 data sheet, product information and support | TI.com">
            <a:extLst>
              <a:ext uri="{FF2B5EF4-FFF2-40B4-BE49-F238E27FC236}">
                <a16:creationId xmlns:a16="http://schemas.microsoft.com/office/drawing/2014/main" id="{91D98F77-8C30-54DA-FB89-6FF8CB448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0283" y="4640025"/>
            <a:ext cx="3429000" cy="19335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E1ED0A-897A-B829-4302-F3A7EDC9BCBB}"/>
              </a:ext>
            </a:extLst>
          </p:cNvPr>
          <p:cNvSpPr txBox="1"/>
          <p:nvPr/>
        </p:nvSpPr>
        <p:spPr>
          <a:xfrm>
            <a:off x="6806476" y="1386301"/>
            <a:ext cx="3663576" cy="184666"/>
          </a:xfrm>
          <a:prstGeom prst="rect">
            <a:avLst/>
          </a:prstGeom>
          <a:noFill/>
        </p:spPr>
        <p:txBody>
          <a:bodyPr wrap="square" lIns="0" tIns="0" rIns="0" bIns="0" rtlCol="0">
            <a:spAutoFit/>
          </a:bodyPr>
          <a:lstStyle/>
          <a:p>
            <a:pPr algn="r"/>
            <a:r>
              <a:rPr lang="de-DE" sz="1200" i="1" dirty="0"/>
              <a:t>STM32 Nucleo G431RB</a:t>
            </a:r>
          </a:p>
        </p:txBody>
      </p:sp>
      <p:sp>
        <p:nvSpPr>
          <p:cNvPr id="7" name="TextBox 6">
            <a:extLst>
              <a:ext uri="{FF2B5EF4-FFF2-40B4-BE49-F238E27FC236}">
                <a16:creationId xmlns:a16="http://schemas.microsoft.com/office/drawing/2014/main" id="{FD866F19-032F-1112-CEE4-037D8A5007AF}"/>
              </a:ext>
            </a:extLst>
          </p:cNvPr>
          <p:cNvSpPr txBox="1"/>
          <p:nvPr/>
        </p:nvSpPr>
        <p:spPr>
          <a:xfrm>
            <a:off x="8163134" y="5757359"/>
            <a:ext cx="3663576" cy="184666"/>
          </a:xfrm>
          <a:prstGeom prst="rect">
            <a:avLst/>
          </a:prstGeom>
          <a:noFill/>
        </p:spPr>
        <p:txBody>
          <a:bodyPr wrap="square" lIns="0" tIns="0" rIns="0" bIns="0" rtlCol="0">
            <a:spAutoFit/>
          </a:bodyPr>
          <a:lstStyle/>
          <a:p>
            <a:pPr algn="r"/>
            <a:r>
              <a:rPr lang="de-DE" sz="1200" i="1" dirty="0"/>
              <a:t>TI LMG2100</a:t>
            </a:r>
          </a:p>
        </p:txBody>
      </p:sp>
    </p:spTree>
    <p:extLst>
      <p:ext uri="{BB962C8B-B14F-4D97-AF65-F5344CB8AC3E}">
        <p14:creationId xmlns:p14="http://schemas.microsoft.com/office/powerpoint/2010/main" val="2225171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ADC8362-BCC9-8423-D0F2-34F76FBBFB64}"/>
              </a:ext>
            </a:extLst>
          </p:cNvPr>
          <p:cNvSpPr>
            <a:spLocks noGrp="1"/>
          </p:cNvSpPr>
          <p:nvPr>
            <p:ph type="title"/>
          </p:nvPr>
        </p:nvSpPr>
        <p:spPr/>
        <p:txBody>
          <a:bodyPr/>
          <a:lstStyle/>
          <a:p>
            <a:r>
              <a:rPr lang="de-DE" dirty="0"/>
              <a:t>Absicherung &amp; Zielsetzung</a:t>
            </a:r>
          </a:p>
        </p:txBody>
      </p:sp>
      <p:sp>
        <p:nvSpPr>
          <p:cNvPr id="7" name="Text Placeholder 6">
            <a:extLst>
              <a:ext uri="{FF2B5EF4-FFF2-40B4-BE49-F238E27FC236}">
                <a16:creationId xmlns:a16="http://schemas.microsoft.com/office/drawing/2014/main" id="{A885900C-BD76-081E-283F-FBF4CECCDD24}"/>
              </a:ext>
            </a:extLst>
          </p:cNvPr>
          <p:cNvSpPr>
            <a:spLocks noGrp="1"/>
          </p:cNvSpPr>
          <p:nvPr>
            <p:ph type="body" sz="quarter" idx="26"/>
          </p:nvPr>
        </p:nvSpPr>
        <p:spPr/>
        <p:txBody>
          <a:bodyPr>
            <a:noAutofit/>
          </a:bodyPr>
          <a:lstStyle/>
          <a:p>
            <a:r>
              <a:rPr lang="de-DE" sz="1600" dirty="0"/>
              <a:t>Kick-Off Bachelorarbeit</a:t>
            </a:r>
          </a:p>
        </p:txBody>
      </p:sp>
      <p:sp>
        <p:nvSpPr>
          <p:cNvPr id="8" name="Text Placeholder 7">
            <a:extLst>
              <a:ext uri="{FF2B5EF4-FFF2-40B4-BE49-F238E27FC236}">
                <a16:creationId xmlns:a16="http://schemas.microsoft.com/office/drawing/2014/main" id="{865528BC-23EE-EB05-0DC8-0A69BD3EAA9B}"/>
              </a:ext>
            </a:extLst>
          </p:cNvPr>
          <p:cNvSpPr>
            <a:spLocks noGrp="1"/>
          </p:cNvSpPr>
          <p:nvPr>
            <p:ph type="body" sz="quarter" idx="96"/>
          </p:nvPr>
        </p:nvSpPr>
        <p:spPr/>
        <p:txBody>
          <a:bodyPr/>
          <a:lstStyle/>
          <a:p>
            <a:pPr marL="0" indent="0">
              <a:buNone/>
            </a:pPr>
            <a:r>
              <a:rPr lang="de-DE" sz="1600" b="1" dirty="0"/>
              <a:t>Erstes elektronisches Design</a:t>
            </a:r>
          </a:p>
          <a:p>
            <a:pPr lvl="1"/>
            <a:r>
              <a:rPr lang="de-DE" dirty="0"/>
              <a:t>Wenig Erfahrung</a:t>
            </a:r>
          </a:p>
          <a:p>
            <a:pPr lvl="1"/>
            <a:r>
              <a:rPr lang="de-DE" dirty="0"/>
              <a:t>Erhöhtes Fehlerpotential</a:t>
            </a:r>
          </a:p>
          <a:p>
            <a:pPr lvl="1"/>
            <a:r>
              <a:rPr lang="de-DE" dirty="0"/>
              <a:t>Nächste Iteration dauert Lange (Design &amp; Bestellvorgang)</a:t>
            </a:r>
          </a:p>
          <a:p>
            <a:pPr lvl="2">
              <a:buFont typeface="Wingdings" panose="05000000000000000000" pitchFamily="2" charset="2"/>
              <a:buChar char="Ø"/>
            </a:pPr>
            <a:r>
              <a:rPr lang="de-DE" dirty="0"/>
              <a:t> Risiko</a:t>
            </a:r>
          </a:p>
          <a:p>
            <a:pPr lvl="1"/>
            <a:endParaRPr lang="de-DE" dirty="0"/>
          </a:p>
          <a:p>
            <a:pPr marL="0" indent="0">
              <a:buNone/>
            </a:pPr>
            <a:r>
              <a:rPr lang="de-DE" b="1" dirty="0"/>
              <a:t>Lösung -&gt; </a:t>
            </a:r>
            <a:r>
              <a:rPr lang="de-DE" b="1" dirty="0" err="1"/>
              <a:t>Fallback</a:t>
            </a:r>
            <a:endParaRPr lang="de-DE" b="1" dirty="0"/>
          </a:p>
          <a:p>
            <a:pPr lvl="1"/>
            <a:r>
              <a:rPr lang="de-DE" dirty="0"/>
              <a:t>Inverter-Shield zur Regelung</a:t>
            </a:r>
          </a:p>
          <a:p>
            <a:pPr lvl="1"/>
            <a:r>
              <a:rPr lang="de-DE" dirty="0"/>
              <a:t>Deckt Hauptfunktionen bereits ab</a:t>
            </a:r>
          </a:p>
          <a:p>
            <a:pPr lvl="1"/>
            <a:r>
              <a:rPr lang="de-DE" dirty="0"/>
              <a:t>Möglich schon ohne Platine Code zu schreiben &amp; zu Testen</a:t>
            </a:r>
          </a:p>
        </p:txBody>
      </p:sp>
      <p:sp>
        <p:nvSpPr>
          <p:cNvPr id="9" name="Text Placeholder 8">
            <a:extLst>
              <a:ext uri="{FF2B5EF4-FFF2-40B4-BE49-F238E27FC236}">
                <a16:creationId xmlns:a16="http://schemas.microsoft.com/office/drawing/2014/main" id="{0F8FAAF2-6DB7-9C91-DEAD-7FFFBAD5B9B5}"/>
              </a:ext>
            </a:extLst>
          </p:cNvPr>
          <p:cNvSpPr>
            <a:spLocks noGrp="1"/>
          </p:cNvSpPr>
          <p:nvPr>
            <p:ph type="body" sz="quarter" idx="97"/>
          </p:nvPr>
        </p:nvSpPr>
        <p:spPr>
          <a:xfrm>
            <a:off x="1589088" y="4795839"/>
            <a:ext cx="10302875" cy="1441450"/>
          </a:xfrm>
        </p:spPr>
        <p:txBody>
          <a:bodyPr>
            <a:normAutofit fontScale="92500" lnSpcReduction="10000"/>
          </a:bodyPr>
          <a:lstStyle/>
          <a:p>
            <a:pPr marL="0" indent="0">
              <a:buNone/>
            </a:pPr>
            <a:r>
              <a:rPr lang="de-DE" sz="1800" b="1" dirty="0"/>
              <a:t>Zielsetzung</a:t>
            </a:r>
          </a:p>
          <a:p>
            <a:pPr marL="0" indent="0">
              <a:buNone/>
            </a:pPr>
            <a:r>
              <a:rPr lang="de-DE" sz="1800" i="1" dirty="0"/>
              <a:t>Ziel der Bachelorarbeit ist die Konzeption, Entwicklung und Inbetriebnahme einer modularen Kontroll-Test-Plattform für Permanentmagnet-Synchronmotoren. Dabei sollen die elektrische Hardware, die notwendigen Schnittstellen sowie die grundlegende Software umgesetzt werden, um PMSM-Motoren anzusteuern und verschiedene Regelungskonzepte testen und analysieren zu können.</a:t>
            </a:r>
          </a:p>
        </p:txBody>
      </p:sp>
      <p:pic>
        <p:nvPicPr>
          <p:cNvPr id="3074" name="Picture 2">
            <a:extLst>
              <a:ext uri="{FF2B5EF4-FFF2-40B4-BE49-F238E27FC236}">
                <a16:creationId xmlns:a16="http://schemas.microsoft.com/office/drawing/2014/main" id="{4BADC716-DCDB-E0E7-C616-D56ABD30E6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8068" y="1630925"/>
            <a:ext cx="5770467" cy="263581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0AB5781-B2A5-A9F2-A505-6A52932040CE}"/>
              </a:ext>
            </a:extLst>
          </p:cNvPr>
          <p:cNvSpPr txBox="1"/>
          <p:nvPr/>
        </p:nvSpPr>
        <p:spPr>
          <a:xfrm>
            <a:off x="8074959" y="4238581"/>
            <a:ext cx="3663576" cy="184666"/>
          </a:xfrm>
          <a:prstGeom prst="rect">
            <a:avLst/>
          </a:prstGeom>
          <a:noFill/>
        </p:spPr>
        <p:txBody>
          <a:bodyPr wrap="square" lIns="0" tIns="0" rIns="0" bIns="0" rtlCol="0">
            <a:spAutoFit/>
          </a:bodyPr>
          <a:lstStyle/>
          <a:p>
            <a:pPr algn="r"/>
            <a:r>
              <a:rPr lang="de-DE" sz="1200" dirty="0"/>
              <a:t>X-NUCLEO-IHM16M1</a:t>
            </a:r>
            <a:endParaRPr lang="de-DE" sz="1200" i="1" dirty="0"/>
          </a:p>
        </p:txBody>
      </p:sp>
    </p:spTree>
    <p:extLst>
      <p:ext uri="{BB962C8B-B14F-4D97-AF65-F5344CB8AC3E}">
        <p14:creationId xmlns:p14="http://schemas.microsoft.com/office/powerpoint/2010/main" val="2846212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ABB02-3D31-6336-AB0B-A3590B5636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5F01C7-F5BC-C5E9-D3A8-31F306FEE831}"/>
              </a:ext>
            </a:extLst>
          </p:cNvPr>
          <p:cNvSpPr>
            <a:spLocks noGrp="1"/>
          </p:cNvSpPr>
          <p:nvPr>
            <p:ph type="title"/>
          </p:nvPr>
        </p:nvSpPr>
        <p:spPr/>
        <p:txBody>
          <a:bodyPr/>
          <a:lstStyle/>
          <a:p>
            <a:r>
              <a:rPr lang="de-DE" dirty="0"/>
              <a:t>Ist-Stand</a:t>
            </a:r>
          </a:p>
        </p:txBody>
      </p:sp>
      <p:sp>
        <p:nvSpPr>
          <p:cNvPr id="3" name="Textplatzhalter 2">
            <a:extLst>
              <a:ext uri="{FF2B5EF4-FFF2-40B4-BE49-F238E27FC236}">
                <a16:creationId xmlns:a16="http://schemas.microsoft.com/office/drawing/2014/main" id="{80458DBC-693B-0950-CBAD-FC484BF9D219}"/>
              </a:ext>
            </a:extLst>
          </p:cNvPr>
          <p:cNvSpPr>
            <a:spLocks noGrp="1"/>
          </p:cNvSpPr>
          <p:nvPr>
            <p:ph type="body" sz="quarter" idx="26"/>
          </p:nvPr>
        </p:nvSpPr>
        <p:spPr/>
        <p:txBody>
          <a:bodyPr>
            <a:noAutofit/>
          </a:bodyPr>
          <a:lstStyle/>
          <a:p>
            <a:r>
              <a:rPr lang="de-DE" dirty="0"/>
              <a:t>Kick-Off Bachelorarbeit</a:t>
            </a:r>
          </a:p>
        </p:txBody>
      </p:sp>
      <p:pic>
        <p:nvPicPr>
          <p:cNvPr id="14" name="Picture 13">
            <a:extLst>
              <a:ext uri="{FF2B5EF4-FFF2-40B4-BE49-F238E27FC236}">
                <a16:creationId xmlns:a16="http://schemas.microsoft.com/office/drawing/2014/main" id="{514425AA-766C-E0A2-E59B-43AF0536B39B}"/>
              </a:ext>
            </a:extLst>
          </p:cNvPr>
          <p:cNvPicPr>
            <a:picLocks noChangeAspect="1"/>
          </p:cNvPicPr>
          <p:nvPr/>
        </p:nvPicPr>
        <p:blipFill>
          <a:blip r:embed="rId2"/>
          <a:stretch>
            <a:fillRect/>
          </a:stretch>
        </p:blipFill>
        <p:spPr>
          <a:xfrm>
            <a:off x="5835929" y="117439"/>
            <a:ext cx="3903464" cy="3716526"/>
          </a:xfrm>
          <a:prstGeom prst="rect">
            <a:avLst/>
          </a:prstGeom>
        </p:spPr>
      </p:pic>
      <p:pic>
        <p:nvPicPr>
          <p:cNvPr id="16" name="Picture 15">
            <a:extLst>
              <a:ext uri="{FF2B5EF4-FFF2-40B4-BE49-F238E27FC236}">
                <a16:creationId xmlns:a16="http://schemas.microsoft.com/office/drawing/2014/main" id="{F7997685-51E1-9472-5F37-BE57C8976780}"/>
              </a:ext>
            </a:extLst>
          </p:cNvPr>
          <p:cNvPicPr>
            <a:picLocks noChangeAspect="1"/>
          </p:cNvPicPr>
          <p:nvPr/>
        </p:nvPicPr>
        <p:blipFill>
          <a:blip r:embed="rId3"/>
          <a:stretch>
            <a:fillRect/>
          </a:stretch>
        </p:blipFill>
        <p:spPr>
          <a:xfrm>
            <a:off x="7800407" y="3861133"/>
            <a:ext cx="2339154" cy="2214584"/>
          </a:xfrm>
          <a:prstGeom prst="rect">
            <a:avLst/>
          </a:prstGeom>
        </p:spPr>
      </p:pic>
      <p:pic>
        <p:nvPicPr>
          <p:cNvPr id="20" name="Picture 19">
            <a:extLst>
              <a:ext uri="{FF2B5EF4-FFF2-40B4-BE49-F238E27FC236}">
                <a16:creationId xmlns:a16="http://schemas.microsoft.com/office/drawing/2014/main" id="{3A80DF7A-0001-0C4B-67DC-07F7CEDF59FA}"/>
              </a:ext>
            </a:extLst>
          </p:cNvPr>
          <p:cNvPicPr>
            <a:picLocks noChangeAspect="1"/>
          </p:cNvPicPr>
          <p:nvPr/>
        </p:nvPicPr>
        <p:blipFill>
          <a:blip r:embed="rId4"/>
          <a:stretch>
            <a:fillRect/>
          </a:stretch>
        </p:blipFill>
        <p:spPr>
          <a:xfrm>
            <a:off x="2727484" y="3651662"/>
            <a:ext cx="3796440" cy="2623615"/>
          </a:xfrm>
          <a:prstGeom prst="rect">
            <a:avLst/>
          </a:prstGeom>
        </p:spPr>
      </p:pic>
      <p:sp>
        <p:nvSpPr>
          <p:cNvPr id="23" name="TextBox 22">
            <a:extLst>
              <a:ext uri="{FF2B5EF4-FFF2-40B4-BE49-F238E27FC236}">
                <a16:creationId xmlns:a16="http://schemas.microsoft.com/office/drawing/2014/main" id="{9E6DA4D1-4126-7501-0FA1-300E4024B44E}"/>
              </a:ext>
            </a:extLst>
          </p:cNvPr>
          <p:cNvSpPr txBox="1"/>
          <p:nvPr/>
        </p:nvSpPr>
        <p:spPr>
          <a:xfrm>
            <a:off x="6075817" y="3381328"/>
            <a:ext cx="3663576" cy="184666"/>
          </a:xfrm>
          <a:prstGeom prst="rect">
            <a:avLst/>
          </a:prstGeom>
          <a:noFill/>
        </p:spPr>
        <p:txBody>
          <a:bodyPr wrap="square" lIns="0" tIns="0" rIns="0" bIns="0" rtlCol="0">
            <a:spAutoFit/>
          </a:bodyPr>
          <a:lstStyle/>
          <a:p>
            <a:pPr algn="r"/>
            <a:r>
              <a:rPr lang="de-DE" sz="1200" i="1" dirty="0"/>
              <a:t>STM32 </a:t>
            </a:r>
            <a:r>
              <a:rPr lang="de-DE" sz="1200" i="1" dirty="0" err="1"/>
              <a:t>Pinzuweisung</a:t>
            </a:r>
            <a:endParaRPr lang="de-DE" sz="1200" i="1" dirty="0"/>
          </a:p>
        </p:txBody>
      </p:sp>
      <p:sp>
        <p:nvSpPr>
          <p:cNvPr id="25" name="TextBox 24">
            <a:extLst>
              <a:ext uri="{FF2B5EF4-FFF2-40B4-BE49-F238E27FC236}">
                <a16:creationId xmlns:a16="http://schemas.microsoft.com/office/drawing/2014/main" id="{32C4E9A1-9BF1-57D1-3590-85CB0488BBDD}"/>
              </a:ext>
            </a:extLst>
          </p:cNvPr>
          <p:cNvSpPr txBox="1"/>
          <p:nvPr/>
        </p:nvSpPr>
        <p:spPr>
          <a:xfrm>
            <a:off x="6475985" y="6090611"/>
            <a:ext cx="3663576" cy="184666"/>
          </a:xfrm>
          <a:prstGeom prst="rect">
            <a:avLst/>
          </a:prstGeom>
          <a:noFill/>
        </p:spPr>
        <p:txBody>
          <a:bodyPr wrap="square" lIns="0" tIns="0" rIns="0" bIns="0" rtlCol="0">
            <a:spAutoFit/>
          </a:bodyPr>
          <a:lstStyle/>
          <a:p>
            <a:pPr algn="r"/>
            <a:r>
              <a:rPr lang="de-DE" sz="1200" i="1" dirty="0"/>
              <a:t>3D-Modell des Sensor-Moduls</a:t>
            </a:r>
          </a:p>
        </p:txBody>
      </p:sp>
      <p:sp>
        <p:nvSpPr>
          <p:cNvPr id="26" name="TextBox 25">
            <a:extLst>
              <a:ext uri="{FF2B5EF4-FFF2-40B4-BE49-F238E27FC236}">
                <a16:creationId xmlns:a16="http://schemas.microsoft.com/office/drawing/2014/main" id="{20E379EA-17A0-BA55-A5D1-46805C10F93A}"/>
              </a:ext>
            </a:extLst>
          </p:cNvPr>
          <p:cNvSpPr txBox="1"/>
          <p:nvPr/>
        </p:nvSpPr>
        <p:spPr>
          <a:xfrm>
            <a:off x="2793916" y="6291967"/>
            <a:ext cx="3663576" cy="184666"/>
          </a:xfrm>
          <a:prstGeom prst="rect">
            <a:avLst/>
          </a:prstGeom>
          <a:noFill/>
        </p:spPr>
        <p:txBody>
          <a:bodyPr wrap="square" lIns="0" tIns="0" rIns="0" bIns="0" rtlCol="0">
            <a:spAutoFit/>
          </a:bodyPr>
          <a:lstStyle/>
          <a:p>
            <a:pPr algn="r"/>
            <a:r>
              <a:rPr lang="de-DE" sz="1200" i="1" dirty="0"/>
              <a:t>Layout der Testplattform</a:t>
            </a:r>
          </a:p>
        </p:txBody>
      </p:sp>
      <p:pic>
        <p:nvPicPr>
          <p:cNvPr id="32" name="Picture 31">
            <a:extLst>
              <a:ext uri="{FF2B5EF4-FFF2-40B4-BE49-F238E27FC236}">
                <a16:creationId xmlns:a16="http://schemas.microsoft.com/office/drawing/2014/main" id="{7E2A6B44-0708-CD99-BEEF-B665733F4AA9}"/>
              </a:ext>
            </a:extLst>
          </p:cNvPr>
          <p:cNvPicPr>
            <a:picLocks noChangeAspect="1"/>
          </p:cNvPicPr>
          <p:nvPr/>
        </p:nvPicPr>
        <p:blipFill>
          <a:blip r:embed="rId5"/>
          <a:stretch>
            <a:fillRect/>
          </a:stretch>
        </p:blipFill>
        <p:spPr>
          <a:xfrm>
            <a:off x="354927" y="1175986"/>
            <a:ext cx="4628553" cy="2320971"/>
          </a:xfrm>
          <a:prstGeom prst="rect">
            <a:avLst/>
          </a:prstGeom>
        </p:spPr>
      </p:pic>
      <p:sp>
        <p:nvSpPr>
          <p:cNvPr id="24" name="TextBox 23">
            <a:extLst>
              <a:ext uri="{FF2B5EF4-FFF2-40B4-BE49-F238E27FC236}">
                <a16:creationId xmlns:a16="http://schemas.microsoft.com/office/drawing/2014/main" id="{AF7F2112-D831-2890-0730-40DBFAF91EFA}"/>
              </a:ext>
            </a:extLst>
          </p:cNvPr>
          <p:cNvSpPr txBox="1"/>
          <p:nvPr/>
        </p:nvSpPr>
        <p:spPr>
          <a:xfrm>
            <a:off x="-1402154" y="1175986"/>
            <a:ext cx="3663576" cy="184666"/>
          </a:xfrm>
          <a:prstGeom prst="rect">
            <a:avLst/>
          </a:prstGeom>
          <a:noFill/>
        </p:spPr>
        <p:txBody>
          <a:bodyPr wrap="square" lIns="0" tIns="0" rIns="0" bIns="0" rtlCol="0">
            <a:spAutoFit/>
          </a:bodyPr>
          <a:lstStyle/>
          <a:p>
            <a:pPr algn="r"/>
            <a:r>
              <a:rPr lang="de-DE" sz="1200" i="1" dirty="0"/>
              <a:t>Schaltplan einer Halbbrücke</a:t>
            </a:r>
          </a:p>
        </p:txBody>
      </p:sp>
    </p:spTree>
    <p:extLst>
      <p:ext uri="{BB962C8B-B14F-4D97-AF65-F5344CB8AC3E}">
        <p14:creationId xmlns:p14="http://schemas.microsoft.com/office/powerpoint/2010/main" val="8975462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wQAMwwAAAAAAAAAAAAAIAD///////////////8AAAD///////////////8DAAAAAwD///////8DAAAAAwD///////////////////////////////////////////////////////////////////////////////////////////////////////////////////////////////////////////////////////////////////////////////////////////////////////////////////////////////////////////////////////////////////////////////////////////////////////////////////////////////////////////////////////////////////////////////////////////////////////////////////////////////////////////////////////////////////////////////////////////////8BACAA////////////////AAAO////////AwAAAAIA////////////////////////////////////////////////////////////////////////////////////////////////////////////////////////////////////////////////////////////////////////////////////////////////////////////////////////////////////////////////////////////////////////////////////////////////////////////////////////////////////////////////////////////////////////////////////////////////////////////////////////////////////////////////////////////////////////////////////////////////////////////////////////AgACAP///////wQAAAACABAAC4/XpdbdDvpCupJx+kxtLc4FAAAAAAADAAAAAwADAAAAAQADAAAAAwD///////8DAAIA////////BAAAAAMAEAALAiyLDak07kmaw748TaZwvwUAAAABAAMAAAAAAAMAAAAC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3DgAAAAAAAAAAAAD/////gwCDAAAABV9pZAAQAAAABI/XpdbdDvpCupJx+kxtLc4DRGF0YQAbAAAABExpbmtlZFNoYXBlRGF0YQAFAAAAAAACTmFtZQAZAAAATGlua2VkU2hhcGVzRGF0YVByb3BlcnR5ABBWZXJzaW9uAAAAAAAJTGFzdFdyaXRlACNclM53AQAAAAEA/////50AnQAAAAVfaWQAEAAAAAQCLIsNqTTuSZrDvjxNpnC/A0RhdGEAKgAAAAhQcmVzZW50YXRpb25TY2FubmVkRm9yTGlua2VkU2hhcGVzAAEAAk5hbWUAJAAAAExpbmtlZFNoYXBlUHJlc2VudGF0aW9uU2V0dGluZ3NEYXRhABBWZXJzaW9uAAAAAAAJTGFzdFdyaXRlAIBclM53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EE4P_STYLE_ID" val="6cd991bf-f022-4378-96e7-2c338aeb3f5a"/>
  <p:tag name="THINKCELLUNDODONOTDELETE" val="0"/>
</p:tagLst>
</file>

<file path=ppt/theme/theme1.xml><?xml version="1.0" encoding="utf-8"?>
<a:theme xmlns:a="http://schemas.openxmlformats.org/drawingml/2006/main" name="DIEHL AVIATION">
  <a:themeElements>
    <a:clrScheme name="Benutzerdefiniert 1">
      <a:dk1>
        <a:srgbClr val="575F62"/>
      </a:dk1>
      <a:lt1>
        <a:srgbClr val="FFFFFF"/>
      </a:lt1>
      <a:dk2>
        <a:srgbClr val="575F62"/>
      </a:dk2>
      <a:lt2>
        <a:srgbClr val="E8E8E8"/>
      </a:lt2>
      <a:accent1>
        <a:srgbClr val="6193CD"/>
      </a:accent1>
      <a:accent2>
        <a:srgbClr val="B95118"/>
      </a:accent2>
      <a:accent3>
        <a:srgbClr val="575F62"/>
      </a:accent3>
      <a:accent4>
        <a:srgbClr val="003C64"/>
      </a:accent4>
      <a:accent5>
        <a:srgbClr val="E84133"/>
      </a:accent5>
      <a:accent6>
        <a:srgbClr val="237369"/>
      </a:accent6>
      <a:hlink>
        <a:srgbClr val="6193CD"/>
      </a:hlink>
      <a:folHlink>
        <a:srgbClr val="96607D"/>
      </a:folHlink>
    </a:clrScheme>
    <a:fontScheme name="DIEHL">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vert="horz" lIns="72000" tIns="72000" rIns="72000" bIns="72000" rtlCol="0" anchor="ctr">
        <a:noAutofit/>
      </a:bodyPr>
      <a:lstStyle>
        <a:defPPr algn="ctr">
          <a:spcBef>
            <a:spcPts val="600"/>
          </a:spcBef>
          <a:defRPr sz="1200" dirty="0" err="1">
            <a:solidFill>
              <a:schemeClr val="bg1"/>
            </a:solidFill>
          </a:defRPr>
        </a:defPPr>
      </a:lst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400" dirty="0" smtClean="0"/>
        </a:defPPr>
      </a:lstStyle>
    </a:txDef>
  </a:objectDefaults>
  <a:extraClrSchemeLst/>
  <a:custClrLst>
    <a:custClr name="Umwelt">
      <a:srgbClr val="237369"/>
    </a:custClr>
    <a:custClr name="Infografik">
      <a:srgbClr val="E84133"/>
    </a:custClr>
  </a:custClrLst>
  <a:extLst>
    <a:ext uri="{05A4C25C-085E-4340-85A3-A5531E510DB2}">
      <thm15:themeFamily xmlns:thm15="http://schemas.microsoft.com/office/thememl/2012/main" name="Diehl_Aerospace_PPT_Master_August_2025.potx  -  Read-Only" id="{DFBD9E49-CD6F-4C1A-9972-88D4C2FDFB76}" vid="{85C03CB4-7644-4336-A879-6EAAF588A36E}"/>
    </a:ext>
  </a:extLst>
</a:theme>
</file>

<file path=ppt/theme/theme2.xml><?xml version="1.0" encoding="utf-8"?>
<a:theme xmlns:a="http://schemas.openxmlformats.org/drawingml/2006/main" name="Office">
  <a:themeElements>
    <a:clrScheme name="MetallRente">
      <a:dk1>
        <a:srgbClr val="000000"/>
      </a:dk1>
      <a:lt1>
        <a:sysClr val="window" lastClr="FFFFFF"/>
      </a:lt1>
      <a:dk2>
        <a:srgbClr val="EDEDED"/>
      </a:dk2>
      <a:lt2>
        <a:srgbClr val="FFFFFF"/>
      </a:lt2>
      <a:accent1>
        <a:srgbClr val="E42313"/>
      </a:accent1>
      <a:accent2>
        <a:srgbClr val="193C61"/>
      </a:accent2>
      <a:accent3>
        <a:srgbClr val="2F52A0"/>
      </a:accent3>
      <a:accent4>
        <a:srgbClr val="4CB4E7"/>
      </a:accent4>
      <a:accent5>
        <a:srgbClr val="78B7E5"/>
      </a:accent5>
      <a:accent6>
        <a:srgbClr val="B0D0EF"/>
      </a:accent6>
      <a:hlink>
        <a:srgbClr val="2F52A0"/>
      </a:hlink>
      <a:folHlink>
        <a:srgbClr val="646464"/>
      </a:folHlink>
    </a:clrScheme>
    <a:fontScheme name="MetallRente">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MetallRente">
      <a:dk1>
        <a:srgbClr val="000000"/>
      </a:dk1>
      <a:lt1>
        <a:sysClr val="window" lastClr="FFFFFF"/>
      </a:lt1>
      <a:dk2>
        <a:srgbClr val="EDEDED"/>
      </a:dk2>
      <a:lt2>
        <a:srgbClr val="FFFFFF"/>
      </a:lt2>
      <a:accent1>
        <a:srgbClr val="E42313"/>
      </a:accent1>
      <a:accent2>
        <a:srgbClr val="193C61"/>
      </a:accent2>
      <a:accent3>
        <a:srgbClr val="2F52A0"/>
      </a:accent3>
      <a:accent4>
        <a:srgbClr val="4CB4E7"/>
      </a:accent4>
      <a:accent5>
        <a:srgbClr val="78B7E5"/>
      </a:accent5>
      <a:accent6>
        <a:srgbClr val="B0D0EF"/>
      </a:accent6>
      <a:hlink>
        <a:srgbClr val="2F52A0"/>
      </a:hlink>
      <a:folHlink>
        <a:srgbClr val="646464"/>
      </a:folHlink>
    </a:clrScheme>
    <a:fontScheme name="MetallRente">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582F6B90C5A444A1D826E245A8AA99" ma:contentTypeVersion="7" ma:contentTypeDescription="Create a new document." ma:contentTypeScope="" ma:versionID="ee88c3412541b759e65d124a7db21014">
  <xsd:schema xmlns:xsd="http://www.w3.org/2001/XMLSchema" xmlns:xs="http://www.w3.org/2001/XMLSchema" xmlns:p="http://schemas.microsoft.com/office/2006/metadata/properties" xmlns:ns2="06e6c253-a114-4816-b563-23910202b880" xmlns:ns3="4cba27c1-93ad-4ec6-a55e-519ec955e064" targetNamespace="http://schemas.microsoft.com/office/2006/metadata/properties" ma:root="true" ma:fieldsID="061b53b134902a19fda807afe7ede135" ns2:_="" ns3:_="">
    <xsd:import namespace="06e6c253-a114-4816-b563-23910202b880"/>
    <xsd:import namespace="4cba27c1-93ad-4ec6-a55e-519ec955e06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e6c253-a114-4816-b563-23910202b8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BillingMetadata" ma:index="1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ba27c1-93ad-4ec6-a55e-519ec955e06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FB6087D-F7AD-4E65-A922-85F9F6C39F44}">
  <ds:schemaRefs>
    <ds:schemaRef ds:uri="http://schemas.microsoft.com/sharepoint/v3/contenttype/forms"/>
  </ds:schemaRefs>
</ds:datastoreItem>
</file>

<file path=customXml/itemProps2.xml><?xml version="1.0" encoding="utf-8"?>
<ds:datastoreItem xmlns:ds="http://schemas.openxmlformats.org/officeDocument/2006/customXml" ds:itemID="{CA3A227C-E29F-48B1-B8AB-F1C103ED44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e6c253-a114-4816-b563-23910202b880"/>
    <ds:schemaRef ds:uri="4cba27c1-93ad-4ec6-a55e-519ec955e0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13E18A3-2F2C-4BEB-A6E7-2F8CC087E167}">
  <ds:schemaRefs>
    <ds:schemaRef ds:uri="http://purl.org/dc/terms/"/>
    <ds:schemaRef ds:uri="4cba27c1-93ad-4ec6-a55e-519ec955e064"/>
    <ds:schemaRef ds:uri="http://purl.org/dc/dcmitype/"/>
    <ds:schemaRef ds:uri="http://schemas.microsoft.com/office/2006/metadata/properties"/>
    <ds:schemaRef ds:uri="http://purl.org/dc/elements/1.1/"/>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06e6c253-a114-4816-b563-23910202b880"/>
  </ds:schemaRefs>
</ds:datastoreItem>
</file>

<file path=docProps/app.xml><?xml version="1.0" encoding="utf-8"?>
<Properties xmlns="http://schemas.openxmlformats.org/officeDocument/2006/extended-properties" xmlns:vt="http://schemas.openxmlformats.org/officeDocument/2006/docPropsVTypes">
  <Template>KickOffBachelorarbeit</Template>
  <TotalTime>0</TotalTime>
  <Words>282</Words>
  <Application>Microsoft Office PowerPoint</Application>
  <PresentationFormat>Widescreen</PresentationFormat>
  <Paragraphs>72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Montserrat</vt:lpstr>
      <vt:lpstr>Symbol</vt:lpstr>
      <vt:lpstr>Tahoma</vt:lpstr>
      <vt:lpstr>Wingdings</vt:lpstr>
      <vt:lpstr>DIEHL AVIATION</vt:lpstr>
      <vt:lpstr>Kick-Off Bachelorarbeit</vt:lpstr>
      <vt:lpstr>PowerPoint Presentation</vt:lpstr>
      <vt:lpstr>Thema</vt:lpstr>
      <vt:lpstr>Arbeitspunkte</vt:lpstr>
      <vt:lpstr>Absicherung &amp; Zielsetzung</vt:lpstr>
      <vt:lpstr>Ist-Stand</vt:lpstr>
    </vt:vector>
  </TitlesOfParts>
  <Manager/>
  <Company>Diehl Aviation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Azmi BEYROUTI</dc:creator>
  <cp:keywords/>
  <dc:description/>
  <cp:lastModifiedBy>Azmi BEYROUTI</cp:lastModifiedBy>
  <cp:revision>8</cp:revision>
  <dcterms:created xsi:type="dcterms:W3CDTF">2026-07-08T08:39:45Z</dcterms:created>
  <dcterms:modified xsi:type="dcterms:W3CDTF">2026-07-08T10:56:14Z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0x010100FA582F6B90C5A444A1D826E245A8AA99</vt:lpwstr>
  </property>
</Properties>
</file>